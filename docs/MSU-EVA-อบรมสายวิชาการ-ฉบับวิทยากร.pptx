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5c8f0830af4952" /><Relationship Type="http://schemas.openxmlformats.org/officeDocument/2006/relationships/extended-properties" Target="/docProps/app.xml" Id="R1355c96605564eec" /><Relationship Type="http://schemas.openxmlformats.org/officeDocument/2006/relationships/officeDocument" Target="/ppt/presentation.xml" Id="Rca32838093764d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4a4c173d3a4f10"/>
  </p:sldMasterIdLst>
  <p:notesMasterIdLst>
    <p:notesMasterId xmlns:r="http://schemas.openxmlformats.org/officeDocument/2006/relationships" r:id="Rc7ee0a15df244a36"/>
  </p:notesMasterIdLst>
  <p:sldIdLst>
    <p:sldId xmlns:r="http://schemas.openxmlformats.org/officeDocument/2006/relationships" id="256" r:id="R4da5979d9f0440fc"/>
    <p:sldId xmlns:r="http://schemas.openxmlformats.org/officeDocument/2006/relationships" id="257" r:id="R30881cb8185b4929"/>
    <p:sldId xmlns:r="http://schemas.openxmlformats.org/officeDocument/2006/relationships" id="258" r:id="R4fd327abd4544ba2"/>
    <p:sldId xmlns:r="http://schemas.openxmlformats.org/officeDocument/2006/relationships" id="259" r:id="Re9c49037aadc4d2a"/>
    <p:sldId xmlns:r="http://schemas.openxmlformats.org/officeDocument/2006/relationships" id="260" r:id="R8e53e2150f2a4c7a"/>
    <p:sldId xmlns:r="http://schemas.openxmlformats.org/officeDocument/2006/relationships" id="261" r:id="Rae64c44533554ec6"/>
    <p:sldId xmlns:r="http://schemas.openxmlformats.org/officeDocument/2006/relationships" id="262" r:id="Ra98b16d9928640ea"/>
    <p:sldId xmlns:r="http://schemas.openxmlformats.org/officeDocument/2006/relationships" id="263" r:id="Rc3a6d4731fbf4489"/>
    <p:sldId xmlns:r="http://schemas.openxmlformats.org/officeDocument/2006/relationships" id="264" r:id="R4a14473e47114145"/>
    <p:sldId xmlns:r="http://schemas.openxmlformats.org/officeDocument/2006/relationships" id="265" r:id="Ra3c8c505ede243c7"/>
    <p:sldId xmlns:r="http://schemas.openxmlformats.org/officeDocument/2006/relationships" id="266" r:id="Rc4f6dcf0ad594beb"/>
    <p:sldId xmlns:r="http://schemas.openxmlformats.org/officeDocument/2006/relationships" id="267" r:id="R2354fe53ca8e4e1d"/>
    <p:sldId xmlns:r="http://schemas.openxmlformats.org/officeDocument/2006/relationships" id="268" r:id="Rf6e76c7d8ed64970"/>
    <p:sldId xmlns:r="http://schemas.openxmlformats.org/officeDocument/2006/relationships" id="269" r:id="R7c3444840e65419d"/>
    <p:sldId xmlns:r="http://schemas.openxmlformats.org/officeDocument/2006/relationships" id="270" r:id="Rf6c1f84c565d4344"/>
    <p:sldId xmlns:r="http://schemas.openxmlformats.org/officeDocument/2006/relationships" id="271" r:id="R414211a9be644962"/>
    <p:sldId xmlns:r="http://schemas.openxmlformats.org/officeDocument/2006/relationships" id="272" r:id="Re50a27d8c1f74930"/>
    <p:sldId xmlns:r="http://schemas.openxmlformats.org/officeDocument/2006/relationships" id="273" r:id="Rd24a60f8c07a4a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ca2bd6bb70422f" /><Relationship Type="http://schemas.openxmlformats.org/officeDocument/2006/relationships/slideMaster" Target="/ppt/slideMasters/slideMaster1.xml" Id="Ra04a4c173d3a4f10" /><Relationship Type="http://schemas.openxmlformats.org/officeDocument/2006/relationships/notesMaster" Target="/ppt/notesMasters/notesMaster1.xml" Id="Rc7ee0a15df244a36" /><Relationship Type="http://schemas.openxmlformats.org/officeDocument/2006/relationships/presProps" Target="/ppt/presProps.xml" Id="R0b13722ff9894c73" /><Relationship Type="http://schemas.openxmlformats.org/officeDocument/2006/relationships/tableStyles" Target="/ppt/tableStyles.xml" Id="R0208f1cd35f84c30" /><Relationship Type="http://schemas.openxmlformats.org/officeDocument/2006/relationships/slide" Target="/ppt/slides/slide1.xml" Id="R4da5979d9f0440fc" /><Relationship Type="http://schemas.openxmlformats.org/officeDocument/2006/relationships/slide" Target="/ppt/slides/slide2.xml" Id="R30881cb8185b4929" /><Relationship Type="http://schemas.openxmlformats.org/officeDocument/2006/relationships/slide" Target="/ppt/slides/slide3.xml" Id="R4fd327abd4544ba2" /><Relationship Type="http://schemas.openxmlformats.org/officeDocument/2006/relationships/slide" Target="/ppt/slides/slide4.xml" Id="Re9c49037aadc4d2a" /><Relationship Type="http://schemas.openxmlformats.org/officeDocument/2006/relationships/slide" Target="/ppt/slides/slide5.xml" Id="R8e53e2150f2a4c7a" /><Relationship Type="http://schemas.openxmlformats.org/officeDocument/2006/relationships/slide" Target="/ppt/slides/slide6.xml" Id="Rae64c44533554ec6" /><Relationship Type="http://schemas.openxmlformats.org/officeDocument/2006/relationships/slide" Target="/ppt/slides/slide7.xml" Id="Ra98b16d9928640ea" /><Relationship Type="http://schemas.openxmlformats.org/officeDocument/2006/relationships/slide" Target="/ppt/slides/slide8.xml" Id="Rc3a6d4731fbf4489" /><Relationship Type="http://schemas.openxmlformats.org/officeDocument/2006/relationships/slide" Target="/ppt/slides/slide9.xml" Id="R4a14473e47114145" /><Relationship Type="http://schemas.openxmlformats.org/officeDocument/2006/relationships/slide" Target="/ppt/slides/slide10.xml" Id="Ra3c8c505ede243c7" /><Relationship Type="http://schemas.openxmlformats.org/officeDocument/2006/relationships/slide" Target="/ppt/slides/slide11.xml" Id="Rc4f6dcf0ad594beb" /><Relationship Type="http://schemas.openxmlformats.org/officeDocument/2006/relationships/slide" Target="/ppt/slides/slide12.xml" Id="R2354fe53ca8e4e1d" /><Relationship Type="http://schemas.openxmlformats.org/officeDocument/2006/relationships/slide" Target="/ppt/slides/slide13.xml" Id="Rf6e76c7d8ed64970" /><Relationship Type="http://schemas.openxmlformats.org/officeDocument/2006/relationships/slide" Target="/ppt/slides/slide14.xml" Id="R7c3444840e65419d" /><Relationship Type="http://schemas.openxmlformats.org/officeDocument/2006/relationships/slide" Target="/ppt/slides/slide15.xml" Id="Rf6c1f84c565d4344" /><Relationship Type="http://schemas.openxmlformats.org/officeDocument/2006/relationships/slide" Target="/ppt/slides/slide16.xml" Id="R414211a9be644962" /><Relationship Type="http://schemas.openxmlformats.org/officeDocument/2006/relationships/slide" Target="/ppt/slides/slide17.xml" Id="Re50a27d8c1f74930" /><Relationship Type="http://schemas.openxmlformats.org/officeDocument/2006/relationships/slide" Target="/ppt/slides/slide18.xml" Id="Rd24a60f8c07a4a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411503cc0f42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d08b033bd74fb2" /><Relationship Type="http://schemas.openxmlformats.org/officeDocument/2006/relationships/notesMaster" Target="/ppt/notesMasters/notesMaster1.xml" Id="R5145cf5047bd47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0434b78e11495f" /><Relationship Type="http://schemas.openxmlformats.org/officeDocument/2006/relationships/notesMaster" Target="/ppt/notesMasters/notesMaster1.xml" Id="R7c0b8b765fdd43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ed4a5debd34a05" /><Relationship Type="http://schemas.openxmlformats.org/officeDocument/2006/relationships/notesMaster" Target="/ppt/notesMasters/notesMaster1.xml" Id="R643bd1a78dc244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50520b522c49c0" /><Relationship Type="http://schemas.openxmlformats.org/officeDocument/2006/relationships/notesMaster" Target="/ppt/notesMasters/notesMaster1.xml" Id="Ra668e8add47347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14821a70c1481f" /><Relationship Type="http://schemas.openxmlformats.org/officeDocument/2006/relationships/notesMaster" Target="/ppt/notesMasters/notesMaster1.xml" Id="R9de820ca67e84c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eec355a8c4ae0" /><Relationship Type="http://schemas.openxmlformats.org/officeDocument/2006/relationships/notesMaster" Target="/ppt/notesMasters/notesMaster1.xml" Id="Rdcbcde8a5f014d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874db2db3d4577" /><Relationship Type="http://schemas.openxmlformats.org/officeDocument/2006/relationships/notesMaster" Target="/ppt/notesMasters/notesMaster1.xml" Id="R7557a64640124b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ce37e2f0e94056" /><Relationship Type="http://schemas.openxmlformats.org/officeDocument/2006/relationships/notesMaster" Target="/ppt/notesMasters/notesMaster1.xml" Id="Rdacda0206fc943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05481d2ab440b3" /><Relationship Type="http://schemas.openxmlformats.org/officeDocument/2006/relationships/notesMaster" Target="/ppt/notesMasters/notesMaster1.xml" Id="R35769679120748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e6809f63c941a7" /><Relationship Type="http://schemas.openxmlformats.org/officeDocument/2006/relationships/notesMaster" Target="/ppt/notesMasters/notesMaster1.xml" Id="Rcee094f0d0c14cc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01353273694463" /><Relationship Type="http://schemas.openxmlformats.org/officeDocument/2006/relationships/notesMaster" Target="/ppt/notesMasters/notesMaster1.xml" Id="R85d24f2c55544e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a5ac2e6a3b64490" /><Relationship Type="http://schemas.openxmlformats.org/officeDocument/2006/relationships/notesMaster" Target="/ppt/notesMasters/notesMaster1.xml" Id="R84b6ede69bbb4f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1679e1ddc6344d7" /><Relationship Type="http://schemas.openxmlformats.org/officeDocument/2006/relationships/notesMaster" Target="/ppt/notesMasters/notesMaster1.xml" Id="Rd116a7590b254bc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301c82eaf5e47bd" /><Relationship Type="http://schemas.openxmlformats.org/officeDocument/2006/relationships/notesMaster" Target="/ppt/notesMasters/notesMaster1.xml" Id="R8ad96c3d60ee46e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5d7731799184ee9" /><Relationship Type="http://schemas.openxmlformats.org/officeDocument/2006/relationships/notesMaster" Target="/ppt/notesMasters/notesMaster1.xml" Id="R68aff815b8814c2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9618e7c193041f2" /><Relationship Type="http://schemas.openxmlformats.org/officeDocument/2006/relationships/notesMaster" Target="/ppt/notesMasters/notesMaster1.xml" Id="Rfc6be2fadd0b4dd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a34f5267740452a" /><Relationship Type="http://schemas.openxmlformats.org/officeDocument/2006/relationships/notesMaster" Target="/ppt/notesMasters/notesMaster1.xml" Id="Rc3ed182e01294c1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d9791c809c74e70" /><Relationship Type="http://schemas.openxmlformats.org/officeDocument/2006/relationships/notesMaster" Target="/ppt/notesMasters/notesMaster1.xml" Id="R9fcf8d82f1504f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ขอต้อนรับเข้าสู่การอบรมการใช้งานระบบประเมินผลการปฏิบัติงานบุคลากร หรือ MSU EVA สำหรับบุคลากรสายวิชาการนะครับ วันนี้ในห้องนี้มีทั้งท่านที่เคยช่วยทดสอบระบบมาแล้ว ท่านที่เพิ่งเข้ามาใช้งานครั้งแรก รวมถึงผู้ประเมิน กรรมการ และผู้บริหาร ไม่เป็นไรครับ เดี๋ยวเราจะค่อย ๆ ไปด้วยกัน ช่วงแรกผมจะพาทำความรู้จักระบบและบทบาทต่าง ๆ ก่อน หลังจากนั้นผมจะสาธิตหนึ่งรอบ แล้วทุกท่านจะได้ลองใช้บัญชีที่เตรียมไว้ครับ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ก่อนเริ่ม ขอชวนทุกท่านตั้งเป้าหมายร่วมกันนิดหนึ่งครับ วันนี้เราไม่จำเป็นต้องจำทุกปุ่ม สิ่งที่อยากให้ทำได้คือเปิดงานหนึ่งรายการ ตรวจข้อมูล กรอกผลงาน แนบหลักฐาน ถ้าข้อมูลยังไม่ครบ ให้บันทึกร่างไว้ก่อน เมื่อข้อมูลและหลักฐานครบแล้วจึงส่งแบบประเมินครับ รอบประเมินเป็นสิ่งที่ผู้ดูแลระบบกำหนดไว้ให้แล้วนะครับ เรามีหน้าที่ตรวจว่ารอบและงานที่ได้รับมอบหมายถูกต้อง เมื่อเห็นเป้าหมายตรงกันแล้ว ต่อไปเรามาดูว่าระบบนี้ช่วยงานส่วนใดบ้างครับ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หลายท่านอาจคุ้นกับระบบในฐานะหน้ากรอกแบบประเมิน แต่จริง ๆ ระบบดูแลงานตั้งแต่ต้นจนจบเลยครับ เริ่มจากผู้ใช้และสิทธิ์ เกณฑ์ประเมิน รอบและการมอบหมายงาน ไปจนถึงการกรอก การประเมิน การติดตามสถานะ และการส่งออกรายงาน ส่วนการเตรียมระบบเหล่านี้เป็นหน้าที่ของ Admin ผู้ใช้งานทั่วไปจึงไม่ต้องสร้างหรือเลือกรอบประเมินเองครับ เราเพียงตรวจรอบกับงานที่ได้รับ แล้วทำตามสิทธิ์ของเรา ทีนี้เรามาดูกันครับว่าในระบบมีใครบ้าง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ระบบมีผู้ใช้งานหลักห้าบทบาทครับ ได้แก่ Admin ผู้รับการประเมิน ผู้ประเมิน กรรมการ และผู้บริหาร แต่ละคนจะเห็นเมนูและปุ่มไม่เหมือนกัน ตรงนี้ขอเน้นนิดหนึ่งครับ Admin เป็นผู้กำหนดผู้ใช้ เกณฑ์ รอบประเมิน การมอบหมาย และลำดับผู้ประเมิน ส่วนผู้ประเมิน กรรมการ และผู้บริหารจะเป็นขั้นตรวจตามที่ Admin จัดไว้ บางงานอาจไม่ได้ใช้ครบทุกบทบาท และงานจะเสร็จสมบูรณ์เมื่อผู้ประเมินลำดับสุดท้ายกดยืนยันผลครับ เมื่อรู้จักคนในระบบแล้ว ต่อไปมาดูเส้นทางของงานกันครับ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ทีนี้ลองมองภาพรวมจากซ้ายไปขวานะครับ งานเริ่มจากผู้รับการประเมินเปิดรายการและกรอกข้อมูล เมื่อข้อมูลพร้อมจึงกดส่งแบบประเมิน จากนั้นระบบจะส่งงานไปยังผู้ประเมินทีละคนตามลำดับที่กำหนดไว้ ไม่ได้ส่งให้ทุกคนพร้อมกันครับ เมื่อผู้ประเมินคนสุดท้ายยืนยัน สถานะจึงเปลี่ยนเป็นประเมินเสร็จสิ้น หรือ Completed จำภาพนี้ไว้ก่อนนะครับ เพราะอีกสักครู่ทุกปุ่มที่เราดูจะสัมพันธ์กับเส้นทางนี้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ผู้รับการประเมินต้องกรอกข้อมูลและแนบหลักฐานให้ครบครับ ถ้ายังไม่ครบ ให้บันทึกร่างไว้ก่อน ยังไม่ต้องส่งแบบประเมิน ผู้ประเมินจะตัดสินใจจากสิ่งที่เราเตรียมไว้ ถ้าข้อมูลชัดและหลักฐานเปิดได้ งานก็เดินต่อได้ง่าย ตรงนี้เข้าใจตรงกันแล้ว เดี๋ยวผมพาไปดูจุดเริ่มต้นบนหน้าจอจริงครับ</a:t>
            </a:r>
          </a:p>
          <a:p xmlns:a="http://schemas.openxmlformats.org/drawingml/2006/main">
            <a:r>
              <a:t>[เตรียมสาธิต] ตั้งแต่สไลด์ถัดไป ผมจะเปิดระบบให้ดูเป็นช่วง ๆ ครับ ทุกท่านยังไม่ต้องกดตาม จนกว่าจะถึงช่วงทดลองใช้งาน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ต่อไปขอพาทุกท่านมาที่แดชบอร์ดของฉันครับ ก่อนเปิดงานให้ตรวจสามอย่าง คือรอบประเมินที่ผู้ดูแลระบบกำหนด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ถ้ารอบหรือรายการไม่ถูกต้องให้แจ้งผู้ดูแลระบบก่อน เดี๋ยวผมเปิดให้ดูก่อนครับ ทุกท่านยังไม่ต้องกดตาม ให้สังเกตตำแหน่งชื่อรอบ ชื่อรายการ และปุ่มเปิดงานครับ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แล้วเปิดรายการสายวิชาการที่เตรียมไว้</a:t>
            </a:r>
          </a:p>
          <a:p xmlns:a="http://schemas.openxmlformats.org/drawingml/2006/main">
            <a:r>
              <a:t>[กลับมานำเสนอ] เมื่อเห็นจุดเริ่มต้นบนระบบแล้ว ต่อไปเรามาดูว่าข้อมูลแต่ละส่วนต้องสัมพันธ์กันอย่างไรครับ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เมื่อเปิดรายการเข้ามาแล้ว ลองสังเกตนะครับว่ารายวิชา ภาระงาน ผลงาน และหลักฐานควรเล่าเรื่องเดียวกัน รายวิชาบอกบริบท ภาระงานบอกว่าเราทำอะไรและทำมากน้อยเพียงใด ผลงานบอกผลที่เกิดขึ้น ส่วนหลักฐานช่วยยืนยันข้อมูล ถ้าสี่ส่วนนี้ไม่สัมพันธ์กัน ผู้ประเมินก็จะต้องเดาหรือขอข้อมูลเพิ่มครับ เพราะฉะนั้นก่อนกรอก เราควรเลือกเกณฑ์ให้ตรงกับงานจริงก่อน แล้วค่อยไปดูข้อมูลเชิงปริมาณครับ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ให้ไล่ดูทีละช่องนะครับ เริ่มจากค่าน้ำหนัก ภาระงานมาตรฐาน แล้วจึงกรอกภาระงานที่ทำได้ ระบบจะคำนวณคะแนนให้ ตรงนี้อย่าดูเฉพาะตัวเลขสุดท้ายครับ ให้ตรวจหน่วย ช่วงค่า และทศนิยมด้วย ถ้าคะแนนดูแปลก ให้ย้อนกลับไปดูค่าที่กรอกก่อนเป็นอันดับแรก วิธีนี้ช่วยให้เราอธิบายที่มาของคะแนนได้ชัดเจน แล้วต่อไปเราจะดูข้อมูลอีกแบบหนึ่ง คือผลงานเชิงคุณภาพครับ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ทีนี้มาดูข้อมูลเชิงคุณภาพครับ ส่วนนี้ไม่จำเป็นต้องเขียนยาว แต่ควรตอบให้ครบสามเรื่องว่าเราทำอะไร เกิดผลอย่างไร และตรวจจากหลักฐานใด ลองคิดว่าผู้ประเมินอ่านเพียงครั้งเดียวแล้วควรเห็นภาพงานของเราได้ครับ หลีกเลี่ยงคำกว้าง ๆ ที่ไม่บอกบทบาทหรือผลลัพธ์ ถ้าข้อความสัมพันธ์กับเกณฑ์และหลักฐาน ก็ถือว่าพร้อมในระดับหนึ่งแล้ว ต่อไปเรามาตรวจว่าหลักฐานแบบไหนจึงจะใช้งานได้จริงครับ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ตรงนี้ขอเน้นนิดหนึ่งครับ หลักฐานที่แนบไม่ได้วัดแค่ว่ามีหรือไม่มี แต่ต้องเปิดได้ ตรงกับรายการ และรู้ว่าเป็นเอกสารอะไร ทางที่ดีให้ทดลองเปิดลิงก์ในหน้าต่างที่ไม่ได้ใช้บัญชีเจ้าของเอกสาร จะได้เห็นเหมือนที่ผู้ประเมินเห็น เดี๋ยวผมทำให้ดูก่อนครับ ทุกท่านยังไม่ต้องทำตาม ให้สังเกตตั้งแต่การกรอกผลงาน การแนบลิงก์ ไปจนถึงการทดลองเปิดหลักฐานครับ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กรอกผลงานหนึ่งรายการ แนบลิงก์หลักฐาน และทดลองเปิดลิงก์จากมุมมองผู้ประเมิน</a:t>
            </a:r>
          </a:p>
          <a:p xmlns:a="http://schemas.openxmlformats.org/drawingml/2006/main">
            <a:r>
              <a:t>[กลับมานำเสนอ] เมื่อเห็นวิธีแนบและเปิดหลักฐานแล้ว ต่อไปเรามาแยกบันทึกร่างกับส่งแบบประเมินให้ชัดครับ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เมื่อกรอกข้อมูลแล้ว เราจะเจอสองทางเลือกครับ ถ้ายังมีส่วนที่ต้องกลับมาแก้ ให้เลือกบันทึกร่าง งานจะยังไม่ถูกส่งต่อ แต่ถ้าข้อมูลบังคับและหลักฐานครบแล้ว จึงเลือกส่งแบบประเมิน เพราะหลังส่ง งานจะเข้าสู่ลำดับผู้ประเมินและเราอาจแก้ไขไม่ได้ในช่วงนั้น ก่อนกดยืนยัน ลองถามตัวเองสั้น ๆ ครับว่า ผู้ประเมินเห็นข้อมูลครบและเข้าใจที่มาของคะแนนแล้วหรือยัง วันนี้ตอนทดลอง ทุกท่านหยุดที่บันทึกร่างก่อนนะครับ แล้วเรามาดูกันต่อว่าเมื่อส่งจริง งานจะไปไหน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หลังจากกดส่ง งานไม่ได้หายไปและไม่ได้ไปถึงทุกคนพร้อมกัน ระบบจะส่งให้ผู้ประเมินตามลำดับที่ Admin กำหนดไว้ ผู้ประเมินคนปัจจุบันจะเห็นงานและดำเนินการได้ ส่วนคนถัดไปต้องรอการส่งต่อก่อน จำนวนผู้ประเมินอาจต่างกันในแต่ละงานนะครับ เพราะฉะนั้นเวลาอยากรู้ว่างานอยู่ที่ใคร ให้ดูสถานะและลำดับของรายการนั้นเป็นหลัก ต่อไปผมจะสลับไปดูมุมของผู้ประเมินครับ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ตอนนี้เรามองจากฝั่งผู้ประเมินนะครับ เมื่อได้รับงาน สิ่งแรกที่ควรทำคืออ่านข้อมูลให้ตรงกับเกณฑ์ ตรวจคะแนน และเปิดหลักฐานจริงก่อนให้ผล ถ้าข้อมูลไม่ครบ ให้ใช้ตัวเลือกที่ระบบเปิดให้ตามสิทธิ์ ไม่ควรเดาจากชื่อรายการอย่างเดียว เดี๋ยวผมสาธิตให้ดูครับ ให้สังเกตว่าข้อมูลส่วนใดมาจากผู้รับการประเมิน และส่วนใดเป็นการตัดสินใจของผู้ประเมิน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เปิดรายการในบัญชีผู้ประเมิน ตรวจข้อมูล คะแนน และหลักฐาน แล้วบันทึกผลการประเมิน</a:t>
            </a:r>
          </a:p>
          <a:p xmlns:a="http://schemas.openxmlformats.org/drawingml/2006/main">
            <a:r>
              <a:t>[กลับมานำเสนอ] เมื่อเห็นมุมของผู้ประเมินแล้ว ต่อไปเรามาดูการส่งต่องานไปยังผู้ประเมินคนถัดไปครับ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เมื่อผู้ประเมินคนหนึ่งตรวจเสร็จ งานยังไม่ถือว่าปิดนะครับ ต้องส่งต่อไปยังคนถัดไปตามลำดับ ผู้ประเมินคนถัดไปจึงจะรับงานและเห็นข้อมูลที่เกี่ยวข้อง ตรงนี้สำคัญครับ เพราะแต่ละงานอาจมีจำนวนขั้นไม่เท่ากัน เดี๋ยวผมส่งต่องานหนึ่งขั้นให้ดู แล้วเปิดบัญชีของผู้ประเมินคนถัดไป เพื่อให้เห็นการเปลี่ยนสถานะจริงครับ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ส่งต่องานหนึ่งขั้น แล้วสลับไปยังบัญชีผู้ประเมินลำดับถัดไปเพื่อตรวจสถานะ</a:t>
            </a:r>
          </a:p>
          <a:p xmlns:a="http://schemas.openxmlformats.org/drawingml/2006/main">
            <a:r>
              <a:t>[กลับมานำเสนอ] เมื่อเห็นการส่งต่องานแล้ว ต่อไปเรามาดูว่าผู้ประเมินคนสุดท้ายปิดงานอย่างไรครับ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ทีนี้มาถึงขั้นสุดท้ายครับ เมื่อผู้ประเมินคนสุดท้ายยืนยัน ระบบจึงเปลี่ยนสถานะเป็นประเมินเสร็จสิ้น หรือ Completed คำว่า “คนสุดท้าย” ให้ดูจากลำดับของงานจริงนะครับ ไม่ได้หมายความว่าต้องเป็นผู้บริหารเสมอไป เดี๋ยวผมยืนยันขั้นสุดท้ายให้ดู แล้วเราจะกลับมาที่สไลด์เพื่อทบทวนว่าจุดสังเกตมีอะไรบ้างครับ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เปิดบัญชีผู้ประเมินคนสุดท้าย ยืนยันผล และแสดงสถานะ Completed</a:t>
            </a:r>
          </a:p>
          <a:p xmlns:a="http://schemas.openxmlformats.org/drawingml/2006/main">
            <a:r>
              <a:t>[กลับมานำเสนอ] เมื่อเห็นสถานะ Completed แล้ว ต่อไปจะเป็นช่วงที่ทุกท่านได้ทดลองใช้งานครับ</a:t>
            </a:r>
          </a:p>
          <a:p xmlns:a="http://schemas.openxmlformats.org/drawingml/2006/main">
            <a:r>
              <a:t> ชี้ให้เห็นว่างานปิดเมื่อผู้ประเมินคนสุดท้ายในลำดับยืนยันแล้ว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เมื่อเห็นภาพครบแล้ว ต่อไปเป็นเวลาของทุกท่านครับ ให้เปิดบัญชีที่เตรียมไว้ ผู้ที่เคยทดสอบแล้วลองเน้นตรวจความครบถ้วนและช่วยสังเกตสิ่งที่เปลี่ยนไป ส่วนผู้ที่เพิ่งเริ่ม ให้ทำทีละข้อ ไม่ต้องรีบครับ เลือกรายการ กรอกข้อมูล ตรวจคะแนน แนบหลักฐาน แล้วบันทึกร่าง เมื่อทำเสร็จให้ยกมือเรียกผมหรือทีมงานได้เลย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ก่อนจบช่วงนี้ ถ้าใครติดขัดให้ลองตรวจสี่จุดก่อนครับ หนึ่ง รอบและรายการที่ได้รับมอบหมาย สอง สิทธิ์ของบัญชี สาม สถานะปัจจุบันของงาน และสี่ ข้อมูลบังคับหรือหลักฐาน ถ้าคะแนนผิดปกติ ให้ย้อนดูค่าที่กรอกกับหน่วยก่อน หากยังแก้ไม่ได้ ให้จดชื่อรายการ สถานะ และข้อความที่พบ จะช่วยให้ผู้ดูแลระบบตรวจได้เร็วขึ้นครับ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ตอนนี้มีใครติดที่การเปิดงาน การกรอกข้อมูล การคำนวณคะแนน หรือการแนบหลักฐานไหมครับ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วันนี้ขอให้จำไว้สามเรื่องครับ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0e0b44e80847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8ce62bec79463a" /><Relationship Type="http://schemas.openxmlformats.org/officeDocument/2006/relationships/slideLayout" Target="/ppt/slideLayouts/slideLayout1.xml" Id="R34d0ed1c505345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d0ed1c505345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4209704a34846" /><Relationship Type="http://schemas.openxmlformats.org/officeDocument/2006/relationships/image" Target="/ppt/media/image.jpeg" Id="R0c853ac313f94ab8" /><Relationship Type="http://schemas.openxmlformats.org/officeDocument/2006/relationships/image" Target="/ppt/media/image.png" Id="Rcd43ed0132624e19" /><Relationship Type="http://schemas.openxmlformats.org/officeDocument/2006/relationships/image" Target="/ppt/media/image2.png" Id="R78f68a5fb3ed495c" /><Relationship Type="http://schemas.openxmlformats.org/officeDocument/2006/relationships/notesSlide" Target="/ppt/notesSlides/notesSlide1.xml" Id="R6917f4a6a21748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8735cd34b40b3" /><Relationship Type="http://schemas.openxmlformats.org/officeDocument/2006/relationships/notesSlide" Target="/ppt/notesSlides/notesSlide2.xml" Id="R260127dad38a46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1fbb431e24a79" /><Relationship Type="http://schemas.openxmlformats.org/officeDocument/2006/relationships/notesSlide" Target="/ppt/notesSlides/notesSlide3.xml" Id="Rd6e4dbd72fa54d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74b7281124e43" /><Relationship Type="http://schemas.openxmlformats.org/officeDocument/2006/relationships/notesSlide" Target="/ppt/notesSlides/notesSlide4.xml" Id="R5d940c0072f94b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2f3409ef34ce5" /><Relationship Type="http://schemas.openxmlformats.org/officeDocument/2006/relationships/notesSlide" Target="/ppt/notesSlides/notesSlide5.xml" Id="Ree7042a89a3a48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8106530514ae4" /><Relationship Type="http://schemas.openxmlformats.org/officeDocument/2006/relationships/notesSlide" Target="/ppt/notesSlides/notesSlide6.xml" Id="R732967179ad14c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cb042b359c4a8b" /><Relationship Type="http://schemas.openxmlformats.org/officeDocument/2006/relationships/notesSlide" Target="/ppt/notesSlides/notesSlide7.xml" Id="Rdf28b269c3f247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ae45ca1f74162" /><Relationship Type="http://schemas.openxmlformats.org/officeDocument/2006/relationships/notesSlide" Target="/ppt/notesSlides/notesSlide8.xml" Id="Ra06c2ef6250043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8959c6cb44c4f" /><Relationship Type="http://schemas.openxmlformats.org/officeDocument/2006/relationships/notesSlide" Target="/ppt/notesSlides/notesSlide9.xml" Id="Rffac2accfd6847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36205574a4e49" /><Relationship Type="http://schemas.openxmlformats.org/officeDocument/2006/relationships/notesSlide" Target="/ppt/notesSlides/notesSlide10.xml" Id="R14d7bbd69b9c49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58b10681344e93" /><Relationship Type="http://schemas.openxmlformats.org/officeDocument/2006/relationships/notesSlide" Target="/ppt/notesSlides/notesSlide11.xml" Id="Rce45fa99efd046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664d988a344ff6" /><Relationship Type="http://schemas.openxmlformats.org/officeDocument/2006/relationships/notesSlide" Target="/ppt/notesSlides/notesSlide12.xml" Id="R54af9b3e116643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0deb2aa114a6b" /><Relationship Type="http://schemas.openxmlformats.org/officeDocument/2006/relationships/notesSlide" Target="/ppt/notesSlides/notesSlide13.xml" Id="Rb5ad8d15ad50454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b3c77562c497c" /><Relationship Type="http://schemas.openxmlformats.org/officeDocument/2006/relationships/notesSlide" Target="/ppt/notesSlides/notesSlide14.xml" Id="R53ea0e34e851463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331b7f1494715" /><Relationship Type="http://schemas.openxmlformats.org/officeDocument/2006/relationships/notesSlide" Target="/ppt/notesSlides/notesSlide15.xml" Id="R534bb8bee11f4bc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5824f834f489f" /><Relationship Type="http://schemas.openxmlformats.org/officeDocument/2006/relationships/notesSlide" Target="/ppt/notesSlides/notesSlide16.xml" Id="Rd1bdf453912f453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e3b8644b2427b" /><Relationship Type="http://schemas.openxmlformats.org/officeDocument/2006/relationships/notesSlide" Target="/ppt/notesSlides/notesSlide17.xml" Id="R7610efd5787a4bc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1a1d51720472c" /><Relationship Type="http://schemas.openxmlformats.org/officeDocument/2006/relationships/image" Target="/ppt/media/image3.png" Id="R28175df7ed2f4a88" /><Relationship Type="http://schemas.openxmlformats.org/officeDocument/2006/relationships/notesSlide" Target="/ppt/notesSlides/notesSlide18.xml" Id="R099d8ced5a8944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853ac313f94ab8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1FE4C569-934E-447F-A97F-B924341F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5370A7E-47A8-46DB-99CE-3C191539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3ed0132624e19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308854BB-39D6-418C-9492-A0B63ABD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D43ADFC5-7E2C-4CBC-8AEF-64F80C4C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368E868-B3A3-4C1E-A798-24E02784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 xmlns:a="http://schemas.openxmlformats.org/drawingml/2006/main">
              <a:ext uri="{FF2B5EF4-FFF2-40B4-BE49-F238E27FC236}">
                <a16:creationId xmlns:a16="http://schemas.microsoft.com/office/drawing/2014/main" id="{F1B4D6CC-ADA2-404B-826A-F2E18478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(MSU EVA)  •  สายวิชาการ</a:t>
            </a:r>
          </a:p>
        </p:txBody>
      </p:sp>
      <p:sp>
        <p:nvSpPr>
          <p:cNvPr id="9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7F5815A5-F854-4FE3-8BE0-0CC9EDFD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2F4C6382-C650-43BC-9FD8-2A121315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1" name="cover-style">
            <a:extLst xmlns:a="http://schemas.openxmlformats.org/drawingml/2006/main">
              <a:ext uri="{FF2B5EF4-FFF2-40B4-BE49-F238E27FC236}">
                <a16:creationId xmlns:a16="http://schemas.microsoft.com/office/drawing/2014/main" id="{EB6EC177-AB61-412F-AFA0-782C4DD0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f68a5fb3ed495c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206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595D5517-BDB8-4C82-ADB1-24BDBED2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B6EF33E4-4B40-449F-B216-0F0A8231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8F20A0A4-EE23-457C-BF93-73F45D89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F35536-ABF3-4C09-84A5-C11F20B3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72673B-2F60-4828-86B1-856D5929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82179-8453-4DDB-B090-6A2A6224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3572E0-F992-498B-8569-EA14E1B1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A4B7D-EC42-45B8-AD85-CDF50B68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EB07C2-6203-40F3-A9E3-66360130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D242B7-0FB2-40C7-98C4-D4DD7519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8712DF-864C-41A3-BF26-4E2F7AC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A49086-F734-40BE-AC97-327DAAE9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53E785-5E1A-4793-81D7-052BAAE7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63ABE921-9B98-4392-BCA2-74FFF591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5D7812-2117-44F3-8C68-ED13A55A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A6AE7-8547-49AB-B41F-5D202576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9BCA9B5-AA47-4686-86C3-BC65643C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DFA3F33A-FD33-429F-861D-A3172F6C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13C686F-1EAF-492C-80BF-BBA90206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2654644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40224BDF-F3DD-4277-8D17-C8256EA5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811B5D4C-16FE-4ED2-8E7C-64A86B41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รู้จักระบบ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7EFF107A-DF10-43C7-AD13-609B6179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F8572-13E0-4F2B-8F42-35042F8F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D2C1CA43-A563-4D85-B7CB-E0540A97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A4C0F-3976-414B-ACD7-B3841ADC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2DE765-EA3C-4FAE-8330-27614B0A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488C4-AA4C-4591-9DBD-23D3D457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B427B-84BA-4258-8B33-D80169E1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5D022C-B608-41A6-9216-4035F887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4D7062-32B6-497C-84D5-06DE1C5A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A6B27-7834-4FC6-87CC-A23CE75B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344782-8FD9-486F-B766-EA47A5CF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AC5204-A6CE-4091-A537-642E59CB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E7BCF-77E1-4638-98EB-84F50004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76103-1A8F-42A7-A173-F2DF0841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5B3336-40DF-4162-A9A7-A71AE5A7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A7A5F7-F4F2-47D4-B6E4-E4CFDE9F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D65A02-415A-44F8-A121-0AFEE6CE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07FE86-1927-4A19-A495-6E0817D6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4B04FE-F57A-4DD1-A6C9-E08EDA94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FE7E7F-EA5C-45BE-AC76-DFEFDB7E3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95F742-A652-485D-8249-07FE7AEF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686F3D-0ABF-46ED-8622-89423E24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4D21A2-8CD0-4517-8499-4C1E1749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A66A98-E9D2-4923-8182-4EC070C2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3DE113-A9E5-4C65-AF08-A4946DFD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E151584-4831-4291-B101-F31A8D1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AA366E99-6EB2-4D71-BE4F-CB85AEC2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226C910F-AA79-4587-A2C3-C6269422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4360238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1C31631C-CB40-4FA5-BD7C-A25307FA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D61E902E-A8D9-4F85-B759-ACAB9C5E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ผู้ใช้งานระบบ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23D67EA1-22C4-497F-A919-5789291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08E93-37E2-4DB7-85B3-F0BCD0F6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CF113-32D3-449A-BFEF-A6F33B95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F2673-1F94-4F7F-A981-62D6115A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19653-8A37-4620-9FB1-A1013E73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7BADF-FAB1-4AE3-80A9-B664F921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11FDF-BAC0-4A21-B326-FA44BCDC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F3C91D-7E9D-439A-9F9D-E2A89049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923009-D664-4A9F-BE06-E3F093D2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C3CE3C-C0BC-4DAA-8CFB-A6EA298D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C8105-7DAD-4892-9F66-6FA6185F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F91BE-DC4F-4DCC-8C7D-44E6DD92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B4EFC4-9C79-4861-A93D-D9B9EA38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D467-2491-4204-85F5-EF9458F0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14E78-9889-4D92-95F5-666FEFBF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60DB2-73BA-4FE7-B7BB-2CB244AA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30BE2A-E669-4B41-8227-14A938E7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101D15-D96D-4241-ABCF-141CE267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14BA09-E2AB-4281-8F94-2F851226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4F3F27-B149-4FCE-93A2-396643E8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39D6B0-5EAC-4FA0-B1FC-E36F8DE4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A3CF00-82C7-4825-BA5B-FFAF4A46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16B757F-4FBC-4504-B8C7-7BBEA0E4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E122E80C-1682-4BED-BF81-7B76B1E7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2ACC9EEC-A7DC-4435-B4E6-92906AC0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2755057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52F0CBEE-DEC6-42DF-AB7D-D998A49D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876EC145-33D7-43D7-B0E1-6D0D5E55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03C44222-23B6-43E6-B77B-CF4A95CB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814513-6079-4D5D-AF3D-1463B27B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8FD48846-3F87-4F7F-89B5-C1537CCB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7A02170A-68FC-4345-A961-FB5A22CA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6D3D6-43F8-4019-A4C4-9F923C25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EEA82-238C-4D16-993D-DAF308A3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1CED0C-FCEC-4119-90A5-BF3A4C55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866579-AF2D-4AA0-9C3F-40CAD2F4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BBAE1-0996-4F7A-B98B-B92783DF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56661D-081C-4D93-9902-A6260E02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25F62-D06A-42BE-9271-C28154C6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40E10-1E07-4E9D-95FD-9FE5ABA3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C52C5B-EE82-4CF7-9338-C2C335EC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4B9550-B081-49C0-B8D5-AD910A7A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012519-6F32-4A02-9CAB-407A82B3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92F9C2-57C8-4E59-9308-E54D5406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7FC7D4-0B97-4F38-B532-602C986D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971E38-0A20-4111-AA17-1DA66AD1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95AFD4-06BD-4E37-BD35-975F1E11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F35B7D-4775-4C98-88A3-09890084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0B7CBD-D5A8-43A7-8F4B-D0BD8F52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5BA04A-F1F7-4610-8F28-F8A4E7B1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890EF6-4E15-4C1D-8822-FBF76FA8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4FF5BB-6986-4320-8A6A-D31F5191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F01127-0658-42ED-BAFD-67EF551A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3F36D4D6-5FE4-460D-BBA2-8C8B79A9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32556ABD-E190-4B00-B65A-E7B1DE6D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B3931475-3D09-4038-8A3E-B92551CA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5485471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288255DD-6640-45B5-9DE8-5739CAEF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CA09F1F1-94DA-4AC7-958A-9855ECA9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1F996BAE-A2BF-484D-9C40-BB8C2E76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801C2A-10AC-4479-9E3A-82EBEFA9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ผู้รับการประเมินกรอกข้อมูลวิชาการและแนบหลักฐานให้ครบ ก่อนส่งให้ผู้ประเมินตรวจ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364ED-AF38-4E0D-AFD0-F8DDB8C6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727E3-DF84-4D21-A549-6B71835A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9FECC-6A1E-4364-B438-E21794DA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0A20F-9180-4DC2-AEE8-B270B9C5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7DCD2-0CF2-442C-827D-A564A9D6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55E268-FE00-4247-8ED4-BAD8F6C6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A9F633-A1A5-40CF-82F5-326EF7E9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1B229-A357-4BB2-B3A4-572ED308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400A76-1921-42CF-9A1B-4BA40B3C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6F7DF-A3C0-48FA-B5FB-8BC662FA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7279B7-2B13-4F02-9644-7BBBD8F8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8B489-C11E-4C79-9431-0024095B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1AEBB5-D27A-429C-8BC2-508B896E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0CA92E-71FF-4368-9EB3-781B54E6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5BD37E18-25B2-4C79-885E-FA5C0A73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56835014-A94C-4DAE-90DE-BA01E59F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903D463F-FA1E-4DC0-A49D-6DFAF712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20274080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B397A22D-859E-455A-9525-C77271CF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3FB26EE2-BDD0-4C87-ABEE-3CA7B5DB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CB8C9C4E-F718-4A15-9696-914A7F00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49E9B-1A59-4530-B00B-1ED48636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804F82-6E80-4F7E-8307-4145FA4F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31B23-0426-4E2C-B045-B70AA5A0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05076-0D0C-4E0C-B950-9ED870F8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B68E8-A62A-4224-BE2E-A3A6E972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91D8F-EE4C-40AD-91DA-E64EC4BA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51888A-4FF7-4EC1-BFB8-0633E51F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5EBAC-4A13-40C5-9901-0113E8E8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E8955E-788D-41D7-BAE6-6A51820B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D98321-D951-4CE4-8C7A-F7B4ECDC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BAA4FC-034D-4BAA-BAB9-7E11A1F7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DED32E-C45E-453E-8044-2405335E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F42662-CAD9-4A71-8556-1D8B51B1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35C85E97-8818-4511-A5B5-F9794144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3BDF15-A151-481A-BC55-672AFBE4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97A8C7-8068-441B-B1BE-FF84FFC0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3B7729-84C2-4009-956B-566C6700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181EE3-6ECF-45DF-8E68-794451A2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729DF3-4972-4B07-9654-F3DFC710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6D28CA-C9EE-43EB-870C-73BDC330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ECFAA-4E51-4FA4-B495-5EEFCA1A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699AB444-FBA3-4643-B31C-C327C070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B3B2B729-40C2-4DBB-A48A-07BD8A07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CD41699A-F334-47ED-9E23-E6EA56DC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381427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B2E65A84-5630-48BC-8ADA-B7421342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B4ED36FE-71B6-47E7-9605-29D21EAD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D851C8E6-D24F-4ACB-93EF-A670FECF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3FF94-F5D0-4BD7-BF9E-3AC0E4D5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350EEB-FAC1-44A2-89D4-1419B27F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A741C-EA45-44CF-BAA1-1F097A4F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DC43A-D070-4A82-881A-BBC407FC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1325E-4A6D-4DEA-961B-845B49AC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CB6C5-9B23-413F-9DB5-FFC67ABC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7306A-09A9-46C1-B625-DF1B9804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69B195-3D40-47DE-AD54-08BD61E5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83D3A9-319E-4E60-990C-BB7F53AF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C017FB-2942-40FC-9005-7FB48EBE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6EC16-D7AC-4847-A868-E0B56493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973665-F06F-4E46-9406-2CC89FC0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2E3932-ACCE-477E-8FD4-6816B059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C7C67-A832-4804-AE41-5E4A4FD5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AA7947-A0F7-409E-8DE5-B631DCDD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BFBCFF-4399-4F42-A0E9-978A1EB0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BA09C8-87A1-456B-B0CF-C034C33D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AD2EEC-5DCE-4DA2-A707-BB49AA5C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C9426B-CFAF-4A90-B769-5CBC58D8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8C7B7E6E-0E46-4710-9CF1-3CEFFA0D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3B748BCD-342A-46AC-9F03-003BC22E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D715C5DE-F1F5-487B-88B2-8E5C74AD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17919871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B8D8418E-542F-4661-80A1-7DD5583C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F1A90147-21A9-46B7-A10F-B2739043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22161C86-B410-442C-A5F1-553CD5F3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2A8E0-EB19-4926-B43F-F42F790A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8ACF05-A9FC-412F-8D0D-7C0902BA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F5C5CA-71C1-4964-9240-A7D28512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F04C-039A-4246-BD4D-F05D345F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4D161-B740-464B-8A74-20B27C00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030399-A86B-4C9B-B41F-19DBDE1D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8A393A-99C1-47BD-870C-82462FAE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C8307C-9EB8-4854-AB67-C6A72DE8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658773-5521-4E6C-B81A-2EF44469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CFA185-7CB8-4997-913B-774619B4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09A41D-97B1-4266-9063-007FE912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3AF012-DB48-49E3-B3A5-4029282E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38926-9414-48A0-8F1E-77B62095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05DA1-ABAE-4C10-8021-0C1308D2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4842F-6249-4B19-B8F0-2F094707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6D1012-2B6B-408D-A1CD-575DA157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46906A-8349-4FE8-B87D-2715DEBA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EBC4BE-9C32-4963-BB5A-4724EF47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79EE0F16-B2F7-41CD-AB5C-E3B1CD9E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98FE90D6-43C8-4D20-BCAD-5A0480C4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6C24F219-6E3C-464A-A6BB-A439357F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13428758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29DAD226-491A-44EF-8A4D-CEEDF710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CD45A5EF-4E62-40E9-832E-877B0D1F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E16A3BE8-356C-4F80-9B8F-B5CB8B54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442896-1F6B-4D66-B2AE-7F52BC14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91DAF-2399-45B9-B200-D841F7C5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63816-826F-4BB9-947B-C3E9D7F8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8ED3C-099E-453F-8120-46CF25F8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553FB-2F07-488C-85FC-5DB9E8E4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73763-665C-42AA-9EB8-3F481474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B6E15-398C-4913-9644-15C5985F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43DA4-C529-4D07-B0CE-537808E9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337FEE-391E-4C4E-890C-B1628B84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3EE86A-E818-4F0E-9583-98C61E24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377CE9-047B-4F65-9C04-C0B59861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6BDE4E-612C-496F-B2B4-15952905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6A88BD-A634-4C78-A500-47C4CBDE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FEC707-A836-48F9-94C4-248329B9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CB1F6351-18A4-4D9A-95CE-B0019E8B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265DF5FA-B7A5-43C5-95CB-171C0615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F4DD4AA7-B5AB-4C13-A368-8CB33E9B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69610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DE3B731A-C948-43BB-B922-FB526560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EDDA1770-5E96-48AC-B357-BF5857D4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9B6B9D03-4170-4C92-AD13-FAD9975D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B2D6E-FA37-4E52-A991-DE6D49B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1E55A-01B2-471D-B53D-3F87CC88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D18481-CC1B-4D10-B945-9E4C0302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F9FC33-713F-45F9-BE40-8799BF64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AC2DB-672B-4909-A62E-A0237FDA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0382E-A9D6-4BBC-AD57-7D724F1B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6065E5-9454-4324-9967-20CFF221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FA9E7C-CE15-40D1-BE50-D61E4B1D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D9DE4-BC86-47D9-8295-148949E4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D5670-F87A-4485-9952-55D5EB77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E893A-F78C-4974-87E5-9F6347D8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111456-872C-450B-B811-6D56FF05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F4524E-4FBD-4573-9A51-F8E78D5D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DA3183-26B2-4CED-9671-F2A39FEB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41F1E6-7045-4F12-8F25-954410F2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984D6D7E-02D2-456C-AF77-86E00A8A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63E6C8D5-80DE-4877-A37A-79B5185B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190E53A6-3270-4E8F-8578-938FA680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4317162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4113A673-2820-4FD6-AB59-20CF8354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447F7D7A-3935-484D-9117-368397CC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203FCF78-FFF1-4CC6-98E5-CCBC7BD5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3EF60557-EF30-409C-A2EE-D89B914B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B6F62-9333-43B7-93A5-28C0EE90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AD1BF1-4F69-421E-B6DA-B207B681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7E11282F-CF76-4A41-ACFD-07AF9683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730FD-25AB-48DE-9B0C-C4E76AB6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D90654-26E3-4E28-B9E9-F329EF47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AE11C-74E2-41A8-9A41-A8FEB886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E9FC191C-C444-493C-815F-8A65BBAE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1F0C3F1D-62A7-4B46-8115-57DD0A86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562736BC-B03C-43E5-AE79-6C491B2F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21374688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D9625589-91E1-42B5-BD53-BE185759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BBD551B3-B405-48FF-92B7-7DD6652A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4DBA0593-42DA-4645-BC7A-0B5DA9F4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38E97-5B95-45BC-A0B7-07578D8C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C1BD5-B898-4FB7-8682-D156B520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2E348-1FA1-440E-AD1A-98E25C8C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29542-62C7-4247-A036-E272A038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4F0317-93EE-444E-9550-E0679797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B6AFD-74E7-4680-8DDE-A1A61064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E5673-5151-4144-9F4B-52719685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E3FE00-159E-41C4-AC63-5CF07941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FB2BFB-68AE-48C9-A8D6-11BF8F3B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DF7DF-2AED-4DAF-8E1E-47B88ED9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F806A2-0086-4B80-B381-08F63B90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D78B69-3F33-4AC5-9BB8-650C06BE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1768B-344D-41F2-9EAE-59A158B8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46DF71-032C-465B-8761-BB47D1ED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84B8B-C6EA-46C5-A464-B5F36A56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025E8F-DA8F-47A1-AF39-F1044558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044C8D-4753-4BA5-9827-DBF290D3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2D4558-C2A0-41B5-85AC-2D2A2482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A41F8105-68A5-4A8C-B630-6B5DE38F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21985A8A-9F26-4551-B1F5-84B945BF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C29476E7-4348-4C31-AEE9-48582EB2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1183098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E7E61249-37B3-44DD-8CD9-E25BAA75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BEE148F4-9D10-46FA-8C02-3CFE8C4F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2FBF3238-067C-4ED6-9332-2778C9F8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DDE482-5C1D-4E41-92AE-10FCAAD5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010E4-AA49-4ACA-B1F6-C5B85E91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7E208-0B78-4A45-9220-D9A0685D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BB400-82D2-4EBC-9AD5-51FB9291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B5CDF-65BA-4E5D-9815-4673263F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456426-970C-445C-8DA1-AAC5481C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A78C8F-EAA9-449A-B8DB-3A1D3416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CD10ED-9841-4367-9E7E-B0E57FB3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F7E23B-5B7B-475E-B2FE-4D928C7B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0B4D10-8229-4A38-AF27-8FC3B2C3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47992-9363-4C81-B97C-7AB1C73A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85ED3-45D0-4DF7-A56D-FEA685D6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F818E3-94C7-4597-BCB3-062AE8E3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346C92-179F-4428-B4F0-097ADA82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4EA409-4339-4C37-B7C4-83FB1FFD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05060F-71BB-454F-A5A4-38A9435A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E49677-5A81-4F99-A204-27409B80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8130C154-D678-4D5F-90B9-D3244C2E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1ECA81E3-8217-4D0B-BC47-A02AE8B3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EC9CC329-0E3D-4AD8-AF8F-CA7D9094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213173504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65E8F0B2-3A22-490F-94A8-E98CA0C9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16D2208A-426C-43E0-A81A-77549A0E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DDCD7F3E-5E38-419B-8FE8-D71410E5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AFDB4-7B4E-466F-9692-839B9AB6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27D31-1855-476A-8FEE-91B2320C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DC3A1-B96E-4B9E-B06E-7B855A15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8AE93-5C0A-4F69-986A-645BD28E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DCC1B-4501-4E3D-86AD-0C0380CF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471E6-D6E7-4FD5-913F-8AE4D42C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8F477F-7705-408A-96D6-0F5FBB36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92893-3206-481C-BADC-46329804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2E9CF-686A-408A-825E-D305F527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AE909-000B-4207-B95B-24951917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672F4-CCC9-4CBF-A8E3-3978B6EC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6B3E0F-7013-4B8D-895E-11718061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6B2A83-E7BD-47A2-A1B7-D77D835C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CBF5-9C4C-4F8A-AB14-6F38ACB2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F990B003-15A8-49E3-AC2A-86978617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05E30A51-5324-4086-9F23-C3794305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9B674EBC-4D6F-4DD9-B51F-3BA77CCE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95280935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890DD-7F03-4F9B-B5A3-88984F48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9777F4-E490-4ED1-A880-599EC9E4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528C5F-17F7-43A9-823F-BC6C6AF8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1BEC7-C76F-498E-A273-B04B1CFE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B9C9D0-85F5-45F0-9B72-2551A871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CDA5A5-B229-4515-BBD1-D7D9A3D2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D7F2A-8C6F-4F70-B9C0-8415D3FD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97E3D-E0EA-4B00-B094-797013FA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DEAE77-25CF-4841-BB14-E5E8F3FF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70A26D-F96E-493E-B226-55842342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116733133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6B13CA2B-202B-42CE-906F-FDEE0BEE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35D5B3CF-B37D-4B54-8F53-60A4F2F6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4AD2C962-6B18-47EC-B89C-072105A2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407690-D2E8-4EFE-9F5A-6C4103B5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9F501-1FEC-424C-85E9-F8B7E8CD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F98A7-96B9-4784-86A2-B6EA31D4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DBAC2-D280-4DE3-82BA-FAA233C5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9D2A76-936F-46EE-9D06-DA4B67B7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00CEFC-E6A9-4F43-8D9A-78D92D3B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9C532-69F5-482F-8172-5D5F21FC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C49C3C-2092-4785-BBC3-422E7A2E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DE9AF3-38F1-4ED3-8116-65124CCE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4CC31-3E33-4F79-BFAD-87DACA28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6EBB7-BEB7-41A3-84D5-16A4946E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F14D3-EDAD-4585-BF45-10BD695D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CC3479-166E-4609-BE65-224DB69D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BEB550-07CA-4037-8C11-CD644C32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B40B3C-AC2B-4A89-A931-E5588F59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CCFE86E3-AB6C-4976-9159-AAB8E098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FE077FE7-1031-472B-A8E6-68E5A3DA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9A9C69F0-8B12-4788-8471-8CD82746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4275396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DD3AC5B3-D01D-4653-BFBA-0F4C4309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95F26A6D-48C9-4D32-A312-FC0C66D6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AE753012-99A2-4A4C-A8AC-8CD6102B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B41DC0-DE23-484E-81F7-37E076A0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C8F901-CF7A-4F42-B1F7-1D2AD606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4B66DD-572B-41A8-907E-E3DD3E19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73C9B-E12D-4895-A5A7-EA35F851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D74F4-658B-4305-A6D8-D4F06EE0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C9B33-A78C-4C4E-95CD-50955F94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99F73A-D465-48C8-82C0-30569FB9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743074-4BCA-47A8-BDA1-58E2569D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A0386-B8F9-4B00-99CC-D9DB1784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054BB3-9C57-4E3B-8400-B0D7AFD3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23E0C-F1A0-4465-B65A-3CEB8CFE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94DE6-893B-4A4C-AF96-95D4EC4B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D6F69-396C-4DAC-9DA3-7467E37C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6A4380-4EEC-4600-97A2-51FC621B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FEF26-4013-47EC-ABDA-977E5B4C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A674B1-BD5B-4D85-B12D-7154F39C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4F7AD6-2A76-4DDC-9836-263235E8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75df7ed2f4a88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363FD4A9-396E-4D38-A995-92B93734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C9A01771-94FA-4733-8A9D-3A462A46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B4E1D69A-96CB-47EC-B755-15787404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7654056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2026-08-01T08:24:38.5460000Z</dcterms:created>
  <dcterms:modified xsi:type="dcterms:W3CDTF">2026-08-01T08:24:38.5460000Z</dcterms:modified>
</coreProperties>
</file>