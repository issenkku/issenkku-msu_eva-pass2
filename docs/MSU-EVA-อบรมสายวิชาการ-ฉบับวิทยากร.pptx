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8" d="100"/>
          <a:sy n="108" d="100"/>
        </p:scale>
        <p:origin x="-208" y="-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สวัสดีทุกท่านครับ ขอต้อนรับเข้าสู่การอบรมการใช้งานระบบประเมินผลการปฏิบัติงานบุคลากร หรือ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public/favicon-msu.png</a:t>
            </a:r>
          </a:p>
          <a:p>
            <a:r>
              <a:t>- C:\Users\pisut\Downloads\logoบริษัท.svg</a:t>
            </a:r>
          </a:p>
          <a:p>
            <a:r>
              <a:t>- public/images/workload-background.jpg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ถ้าข้อมูลยังไม่ครบ ให้บันทึกร่างไว้ก่อน เมื่อข้อมูลและหลักฐานครบแล้วจึงส่งแบบประเมินครับ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ใช่ครับ หลายท่านอาจคุ้นกับระบบจากหน้ากรอกแบบประเมิน แต่ระบบครอบคลุมขั้นตอนอื่นด้วยครับ Admin จะจัดการผู้ใช้ สิทธิ์ เกณฑ์ รอบประเมิน และการมอบหมายงาน ส่วนผู้ใช้งานจะทำงานตามรายการและสิทธิ์ที่ได้รับ ตั้งแต่การกรอกข้อมูล การประเมิน การติดตามสถานะ จนถึงการออกรายงาน ดังนั้นผู้ใช้งานทั่วไปไม่ต้องสร้างหรือเลือกรอบประเมินเองครับ เพียงตรวจว่ารอบและรายการที่ได้รับถูกต้อง แล้วทำหน้าที่ของตนเอง ต่อไปเรามาดูกันว่าในระบบมีผู้ใช้งานกลุ่มใดบ้างครับ</a:t>
            </a:r>
          </a:p>
          <a:p>
            <a:endParaRPr/>
          </a:p>
          <a:p>
            <a:r>
              <a:t>[Sources]</a:t>
            </a:r>
          </a:p>
          <a:p>
            <a:r>
              <a:t>- database/seeders/RoleSeeder.php</a:t>
            </a:r>
          </a:p>
          <a:p>
            <a:r>
              <a:t>- app/Http/Controllers/AssignmentDataController.php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และงานจะเสร็จสมบูรณ์เมื่อผู้ประเมินลำดับสุดท้ายกดยืนยันผลครับ เมื่อรู้จักคนในระบบแล้ว ต่อไปมาดูเส้นทางของงานกันครับ</a:t>
            </a:r>
          </a:p>
          <a:p>
            <a:endParaRPr/>
          </a:p>
          <a:p>
            <a:r>
              <a:t>[Sources]</a:t>
            </a:r>
          </a:p>
          <a:p>
            <a:r>
              <a:t>- database/seeders/RoleSeeder.php</a:t>
            </a:r>
          </a:p>
          <a:p>
            <a:r>
              <a:t>- app/Http/Controllers/AssignmentDataController.php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ผู้ประเมินจะใช้ข้อมูลและหลักฐานนี้ในการประเมิน ดังนั้นควรตรวจให้ชัดเจนและเปิดหลักฐานได้ก่อนส่งครับ ต่อไปเรามาดูจุดเริ่มต้นบนแดชบอร์ดครับ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บนแดชบอร์ดให้สังเกตตำแหน่งชื่อรอบ ชื่อรายการ และปุ่มเปิดงานครับ</a:t>
            </a:r>
          </a:p>
          <a:p>
            <a:endParaRPr/>
          </a:p>
          <a:p>
            <a:r>
              <a:t>[Sources]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เมื่อเปิดรายการแล้ว ให้ตรวจว่าข้อมูล 4 ส่วนสอดคล้องกันครับ หนึ่ง รายวิชาบอกว่างานนี้อยู่ในบริบทใด สอง ภาระงานบอกว่าทำอะไรและมีปริมาณเท่าไร สาม ผลงานบอกผลที่เกิดขึ้น และสี่ หลักฐานใช้ยืนยันข้อมูลที่กรอก หากข้อมูลส่วนใดไม่ตรงกัน ผู้ประเมินอาจต้องขอข้อมูลเพิ่มครับ ดังนั้นให้เลือกเกณฑ์ที่ตรงกับงานจริงก่อน แล้วจึงกรอกข้อมูลเชิงปริมาณครับ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resources/views/criteria_config/partials/create-quantity-template.blade.php</a:t>
            </a:r>
          </a:p>
          <a:p>
            <a:r>
              <a:t>- resources/views/criteria_config/partials/create-quality-template.blade.php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ระบบจะแสดงรายการและเกณฑ์ที่ได้รับมอบหมายไว้แล้วครับ สำหรับข้อมูลเชิงปริมาณ ให้กรอกค่าผลงานจริงและตรวจคะแนนที่ระบบคำนวณ ส่วนข้อมูลเชิงคุณภาพ ให้ทำเครื่องหมายรายการที่ทำได้จริง ระบบจะให้คะแนนตามเกณฑ์ จากนั้นแนบลิงก์หลักฐาน ตรวจข้อมูล และกดบันทึกครับ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resources/views/components/quantity-table.blade.php</a:t>
            </a:r>
          </a:p>
          <a:p>
            <a:r>
              <a:t>- resources/views/components/quality-table.blade.php</a:t>
            </a:r>
          </a:p>
          <a:p>
            <a:r>
              <a:t>- resources/views/partials/evaluatee-evaluation-script.blade.php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หลักฐานที่แนบต้องตรวจได้จริงครับ ให้ตรวจ 3 เรื่อง คือ ลิงก์เปิดได้ หลักฐานตรงกับรายการ และเมื่อเปิดลิงก์แล้วรู้ว่าเป็นหลักฐานของรายการใด ควรทดลองเปิดลิงก์ในหน้าต่างที่ไม่ได้ใช้บัญชีเจ้าของเอกสาร เพื่อให้เห็นเหมือนที่ผู้ประเมินเห็นครับ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resources/views/partials/evaluatee-evaluation-script.blade.php</a:t>
            </a:r>
          </a:p>
          <a:p>
            <a:r>
              <a:t>- resources/views/criteria_config/partials/create-quality-template.blade.php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resources/views/partials/evaluation-form-action-buttons.blade.php</a:t>
            </a:r>
          </a:p>
          <a:p>
            <a:r>
              <a:t>- resources/views/partials/evaluatee-evaluation-script.blade.php</a:t>
            </a:r>
          </a:p>
          <a:p>
            <a:r>
              <a:t>- app/Support/AssignmentFlow.php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ต่อไปเรามาดูมุมของผู้ประเมินครับ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app/Support/AssignmentFlow.php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ตอนนี้เรามาดูฝั่งผู้ประเมินครับ หลังจากผู้ถูกประเมินกดส่งแล้ว ข้อมูลฝั่งผู้ถูกประเมินจะถูกล็อกและแก้ไขไม่ได้ จากนั้นผู้ประเมินที่รับงานในลำดับปัจจุบันสามารถตรวจและแก้ค่าที่ใช้ประเมิน รวมถึงคะแนนหรือผลการประเมินได้ครับ ระหว่างที่งานยังอยู่ในขั้นรอตรวจหรือบันทึกร่าง ให้ตรวจ 3 เรื่องตามลำดับ คือ ข้อมูลตรงกับเกณฑ์หรือไม่ คะแนนถูกต้องหรือไม่ และหลักฐานเปิดได้และตรงกับข้อมูลหรือไม่ หากจำเป็น ผู้ประเมินสามารถแก้ไขแล้วบันทึกร่างได้ เมื่อเรียบร้อยแล้วจึงกดส่งต่องานครับ บนหน้าจอให้แยกให้ชัดว่า ข้อมูลและหลักฐานจากผู้ถูกประเมินเป็นข้อมูลต้นทาง ส่วนค่าประเมินและคะแนนเป็นส่วนที่ผู้ประเมินแก้ไขและบันทึกได้ครับ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app/Http/Controllers/EvaluatorScoreController.php</a:t>
            </a:r>
          </a:p>
          <a:p>
            <a:r>
              <a:t>- resources/views/partials/evaluation-evaluator-form.blade.php</a:t>
            </a:r>
          </a:p>
          <a:p>
            <a:r>
              <a:t>- resources/views/components/unified-evaluator.blade.php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เมื่อส่งต่องาน สถานะและผู้รับผิดชอบจะเปลี่ยนไปตามลำดับที่กำหนดครับ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app/Support/AssignmentFlow.php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จากภาพรวมนี้ งานจะปิดเมื่อผู้ประเมินลำดับสุดท้ายยืนยันผลครับ</a:t>
            </a:r>
          </a:p>
          <a:p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>
            <a:r>
              <a:t>[สาธิตต่อเนื่อง]</a:t>
            </a:r>
          </a:p>
          <a:p>
            <a:r>
              <a:t>1. เปิดแดชบอร์ดและรายการที่ได้รับมอบหมาย</a:t>
            </a:r>
          </a:p>
          <a:p>
            <a:r>
              <a:t>2. กรอกภาระงานและผลงาน</a:t>
            </a:r>
          </a:p>
          <a:p>
            <a:r>
              <a:t>3. ตรวจคะแนนที่ระบบคำนวณ</a:t>
            </a:r>
          </a:p>
          <a:p>
            <a:r>
              <a:t>4. แนบและเปิดหลักฐาน</a:t>
            </a:r>
          </a:p>
          <a:p>
            <a:r>
              <a:t>5. บันทึกร่าง</a:t>
            </a:r>
          </a:p>
          <a:p>
            <a:r>
              <a:t>6. ตรวจความพร้อมและส่งแบบประเมิน</a:t>
            </a:r>
          </a:p>
          <a:p>
            <a:r>
              <a:t>7. เปิดมุมผู้ประเมิน</a:t>
            </a:r>
          </a:p>
          <a:p>
            <a:r>
              <a:t>8. ตรวจข้อมูล ให้ผล และส่งต่อ</a:t>
            </a:r>
          </a:p>
          <a:p>
            <a:r>
              <a:t>9. เปิดบัญชีผู้ประเมินลำดับสุดท้าย</a:t>
            </a:r>
          </a:p>
          <a:p>
            <a:r>
              <a:t>10. ยืนยันผลจนสถานะเป็น ประเมินเสร็จสิ้น (Completed)</a:t>
            </a:r>
          </a:p>
          <a:p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>
            <a:endParaRPr/>
          </a:p>
          <a:p>
            <a:r>
              <a:t>[Sources]</a:t>
            </a:r>
          </a:p>
          <a:p>
            <a:r>
              <a:t>- app/Support/AssignmentFlow.php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เมื่อเห็นภาพครบแล้ว ต่อไปเป็นเวลาของทุกท่านครับ ลิงก์ที่แสดงบนหน้าจอใช้สำหรับทดสอบระบบ ให้เปิด  URL http://10.118.18.135 แล้วเข้าสู่ระบบด้วยบัญชีที่เตรียม ให้เลือกรายการ กรอกข้อมูล ตรวจคะแนน แนบหลักฐาน แล้วบันทึกร่างครับ ผู้ที่เคยทดสอบแล้วให้ช่วยตรวจความครบถ้วน ส่วนผู้ที่เพิ่งเริ่มให้ทำทีละข้อ ไม่ต้องรีบ หากติดขัดให้ยกมือเรียกผมหรือทีมงานได้เลย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>
            <a:r>
              <a:t>[เริ่มทดลองใช้งาน — 30 นาที]</a:t>
            </a:r>
          </a:p>
          <a:p>
            <a:r>
              <a:t>[ให้ผู้เข้าอบรมหยุดที่บันทึกร่าง]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docs/superpowers/specs/2026-07-24-split-role-training-decks-design.md</a:t>
            </a:r>
          </a:p>
          <a:p>
            <a:r>
              <a:t>- docs/user-guide-th.md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>
            <a:r>
              <a:t>[พูด] หากท่านใดมีคำถามหรือข้อเสนอแนะเพิ่มเติม สามารถแจ้งได้เลยนะครับ ข้อมูลจากทุกท่านจะช่วยให้ทีมงานปรับระบบให้พร้อมใช้งานมากยิ่งขึ้น ขอบพระคุณทุกท่านที่สละเวลาร่วมทดสอบระบบครับ</a:t>
            </a:r>
          </a:p>
          <a:p>
            <a:endParaRPr/>
          </a:p>
          <a:p>
            <a:r>
              <a:t>[Sources]</a:t>
            </a:r>
          </a:p>
          <a:p>
            <a:r>
              <a:t>- resources/views/partials/evaluation-form-action-buttons.blade.php</a:t>
            </a:r>
          </a:p>
          <a:p>
            <a:r>
              <a:t>- resources/views/partials/evaluatee-evaluation-script.blade.php</a:t>
            </a:r>
          </a:p>
          <a:p>
            <a:r>
              <a:t>- app/Support/AssignmentFlow.php</a:t>
            </a:r>
          </a:p>
          <a:p>
            <a:r>
              <a:t>- C:\Users\pisut\Downloads\logoบริษัท.svg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กราฟิก 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19117" y="0"/>
            <a:ext cx="1431620" cy="8057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149.28.142.186/log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รูปภาพ 12"/>
          <p:cNvPicPr>
            <a:picLocks noChangeAspect="1"/>
          </p:cNvPicPr>
          <p:nvPr/>
        </p:nvPicPr>
        <p:blipFill>
          <a:blip r:embed="rId3"/>
          <a:srcRect l="2579" r="257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over-panel">
            <a:extLst>
              <a:ext uri="{FF2B5EF4-FFF2-40B4-BE49-F238E27FC236}">
                <a16:creationId xmlns:a16="http://schemas.microsoft.com/office/drawing/2014/main" id="{4527FC63-85EB-411E-9FDB-77700EE476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524750" cy="6858000"/>
          </a:xfrm>
          <a:prstGeom prst="rect">
            <a:avLst/>
          </a:prstGeom>
          <a:solidFill>
            <a:srgbClr val="FBFAF7"/>
          </a:solidFill>
          <a:ln w="0">
            <a:noFill/>
            <a:prstDash val="solid"/>
          </a:ln>
        </p:spPr>
      </p:sp>
      <p:sp>
        <p:nvSpPr>
          <p:cNvPr id="3" name="cover-accent">
            <a:extLst>
              <a:ext uri="{FF2B5EF4-FFF2-40B4-BE49-F238E27FC236}">
                <a16:creationId xmlns:a16="http://schemas.microsoft.com/office/drawing/2014/main" id="{FAC4C0DE-604C-4379-80D1-B248996C94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pic>
        <p:nvPicPr>
          <p:cNvPr id="18" name="รูปภาพ 1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650" y="419100"/>
            <a:ext cx="800100" cy="800100"/>
          </a:xfrm>
          <a:prstGeom prst="rect">
            <a:avLst/>
          </a:prstGeom>
        </p:spPr>
      </p:pic>
      <p:sp>
        <p:nvSpPr>
          <p:cNvPr id="5" name="cover-institution">
            <a:extLst>
              <a:ext uri="{FF2B5EF4-FFF2-40B4-BE49-F238E27FC236}">
                <a16:creationId xmlns:a16="http://schemas.microsoft.com/office/drawing/2014/main" id="{50C0F961-F1D3-4C4C-AACB-D98DD57BECED}"/>
              </a:ext>
            </a:extLst>
          </p:cNvPr>
          <p:cNvSpPr>
            <a:spLocks noGrp="1"/>
          </p:cNvSpPr>
          <p:nvPr/>
        </p:nvSpPr>
        <p:spPr>
          <a:xfrm>
            <a:off x="1638300" y="514350"/>
            <a:ext cx="5286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>
              <a:ext uri="{FF2B5EF4-FFF2-40B4-BE49-F238E27FC236}">
                <a16:creationId xmlns:a16="http://schemas.microsoft.com/office/drawing/2014/main" id="{0691C973-9F15-4DFB-8224-779282F12074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>
              <a:ext uri="{FF2B5EF4-FFF2-40B4-BE49-F238E27FC236}">
                <a16:creationId xmlns:a16="http://schemas.microsoft.com/office/drawing/2014/main" id="{2FA9482D-1E7B-4885-9382-23FC2670605B}"/>
              </a:ext>
            </a:extLst>
          </p:cNvPr>
          <p:cNvSpPr>
            <a:spLocks noGrp="1"/>
          </p:cNvSpPr>
          <p:nvPr/>
        </p:nvSpPr>
        <p:spPr>
          <a:xfrm>
            <a:off x="647700" y="2095500"/>
            <a:ext cx="64770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>
              <a:ext uri="{FF2B5EF4-FFF2-40B4-BE49-F238E27FC236}">
                <a16:creationId xmlns:a16="http://schemas.microsoft.com/office/drawing/2014/main" id="{2CA628EB-F864-4B2C-A2FD-612EFA5A3A40}"/>
              </a:ext>
            </a:extLst>
          </p:cNvPr>
          <p:cNvSpPr>
            <a:spLocks noGrp="1"/>
          </p:cNvSpPr>
          <p:nvPr/>
        </p:nvSpPr>
        <p:spPr>
          <a:xfrm>
            <a:off x="647700" y="3714750"/>
            <a:ext cx="571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(MSU EVA)  </a:t>
            </a:r>
          </a:p>
        </p:txBody>
      </p:sp>
      <p:sp>
        <p:nvSpPr>
          <p:cNvPr id="9" name="cover-gold-rule">
            <a:extLst>
              <a:ext uri="{FF2B5EF4-FFF2-40B4-BE49-F238E27FC236}">
                <a16:creationId xmlns:a16="http://schemas.microsoft.com/office/drawing/2014/main" id="{A45F08A2-F90F-4926-ACE5-2155E6D852CB}"/>
              </a:ext>
            </a:extLst>
          </p:cNvPr>
          <p:cNvSpPr>
            <a:spLocks noGrp="1"/>
          </p:cNvSpPr>
          <p:nvPr/>
        </p:nvSpPr>
        <p:spPr>
          <a:xfrm>
            <a:off x="647700" y="4305300"/>
            <a:ext cx="876300" cy="5715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0" name="cover-promise">
            <a:extLst>
              <a:ext uri="{FF2B5EF4-FFF2-40B4-BE49-F238E27FC236}">
                <a16:creationId xmlns:a16="http://schemas.microsoft.com/office/drawing/2014/main" id="{218FA6EB-1A47-4043-A03D-014D364C0D7E}"/>
              </a:ext>
            </a:extLst>
          </p:cNvPr>
          <p:cNvSpPr>
            <a:spLocks noGrp="1"/>
          </p:cNvSpPr>
          <p:nvPr/>
        </p:nvSpPr>
        <p:spPr>
          <a:xfrm>
            <a:off x="647700" y="4667250"/>
            <a:ext cx="590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1" name="cover-style">
            <a:extLst>
              <a:ext uri="{FF2B5EF4-FFF2-40B4-BE49-F238E27FC236}">
                <a16:creationId xmlns:a16="http://schemas.microsoft.com/office/drawing/2014/main" id="{A864B51A-32AF-4D59-AA98-4E37B58D10DD}"/>
              </a:ext>
            </a:extLst>
          </p:cNvPr>
          <p:cNvSpPr>
            <a:spLocks noGrp="1"/>
          </p:cNvSpPr>
          <p:nvPr/>
        </p:nvSpPr>
        <p:spPr>
          <a:xfrm>
            <a:off x="647700" y="60007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</a:t>
            </a:r>
          </a:p>
        </p:txBody>
      </p:sp>
      <p:pic>
        <p:nvPicPr>
          <p:cNvPr id="26" name="กราฟิก 1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4633" y="0"/>
            <a:ext cx="1933534" cy="108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89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ide-accent-2">
            <a:extLst>
              <a:ext uri="{FF2B5EF4-FFF2-40B4-BE49-F238E27FC236}">
                <a16:creationId xmlns:a16="http://schemas.microsoft.com/office/drawing/2014/main" id="{68F537F3-9F3A-491D-8A4A-A86226232C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2">
            <a:extLst>
              <a:ext uri="{FF2B5EF4-FFF2-40B4-BE49-F238E27FC236}">
                <a16:creationId xmlns:a16="http://schemas.microsoft.com/office/drawing/2014/main" id="{E6F04AAA-1279-44D2-B831-A4B26368B37D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>
              <a:ext uri="{FF2B5EF4-FFF2-40B4-BE49-F238E27FC236}">
                <a16:creationId xmlns:a16="http://schemas.microsoft.com/office/drawing/2014/main" id="{1BA6201C-9578-41FF-B4D8-0A7D6E606FE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31C2D1FC-AF58-4BDB-95B5-93E044FE894F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41B9AA2A-BBD9-4B9D-9B2F-2083F77310D2}"/>
              </a:ext>
            </a:extLst>
          </p:cNvPr>
          <p:cNvSpPr>
            <a:spLocks noGrp="1"/>
          </p:cNvSpPr>
          <p:nvPr/>
        </p:nvSpPr>
        <p:spPr>
          <a:xfrm>
            <a:off x="609600" y="262890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3198103F-3779-49F4-859D-A76E487D254F}"/>
              </a:ext>
            </a:extLst>
          </p:cNvPr>
          <p:cNvSpPr>
            <a:spLocks noGrp="1"/>
          </p:cNvSpPr>
          <p:nvPr/>
        </p:nvSpPr>
        <p:spPr>
          <a:xfrm>
            <a:off x="1409700" y="2676525"/>
            <a:ext cx="38100" cy="53340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91944725-1039-42F9-9444-082788F23279}"/>
              </a:ext>
            </a:extLst>
          </p:cNvPr>
          <p:cNvSpPr>
            <a:spLocks noGrp="1"/>
          </p:cNvSpPr>
          <p:nvPr/>
        </p:nvSpPr>
        <p:spPr>
          <a:xfrm>
            <a:off x="1695450" y="262890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133D7875-A052-4A7B-82A2-1452403BDE89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EFF58F51-6980-48F5-9915-4437D68C07B2}"/>
              </a:ext>
            </a:extLst>
          </p:cNvPr>
          <p:cNvSpPr>
            <a:spLocks noGrp="1"/>
          </p:cNvSpPr>
          <p:nvPr/>
        </p:nvSpPr>
        <p:spPr>
          <a:xfrm>
            <a:off x="1409700" y="3648075"/>
            <a:ext cx="38100" cy="53340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F184DA56-C02B-466A-AF1F-D0D234763801}"/>
              </a:ext>
            </a:extLst>
          </p:cNvPr>
          <p:cNvSpPr>
            <a:spLocks noGrp="1"/>
          </p:cNvSpPr>
          <p:nvPr/>
        </p:nvSpPr>
        <p:spPr>
          <a:xfrm>
            <a:off x="1695450" y="360045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3B5332E6-742B-4601-A48A-F8CC0E5CA7B9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723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5F2AB7C8-A49B-48FE-BDE2-DC740E528B74}"/>
              </a:ext>
            </a:extLst>
          </p:cNvPr>
          <p:cNvSpPr>
            <a:spLocks noGrp="1"/>
          </p:cNvSpPr>
          <p:nvPr/>
        </p:nvSpPr>
        <p:spPr>
          <a:xfrm>
            <a:off x="1409700" y="4619625"/>
            <a:ext cx="38100" cy="53340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E6AB4F69-41FC-4294-B3B7-B763FBA8CACE}"/>
              </a:ext>
            </a:extLst>
          </p:cNvPr>
          <p:cNvSpPr>
            <a:spLocks noGrp="1"/>
          </p:cNvSpPr>
          <p:nvPr/>
        </p:nvSpPr>
        <p:spPr>
          <a:xfrm>
            <a:off x="1695450" y="4572000"/>
            <a:ext cx="8858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>
              <a:ext uri="{FF2B5EF4-FFF2-40B4-BE49-F238E27FC236}">
                <a16:creationId xmlns:a16="http://schemas.microsoft.com/office/drawing/2014/main" id="{18EAE038-CB66-4678-A3ED-65C4891D1593}"/>
              </a:ext>
            </a:extLst>
          </p:cNvPr>
          <p:cNvSpPr>
            <a:spLocks noGrp="1"/>
          </p:cNvSpPr>
          <p:nvPr/>
        </p:nvSpPr>
        <p:spPr>
          <a:xfrm>
            <a:off x="9258300" y="2076450"/>
            <a:ext cx="2324100" cy="3295650"/>
          </a:xfrm>
          <a:prstGeom prst="roundRect">
            <a:avLst>
              <a:gd name="adj" fmla="val 3279"/>
            </a:avLst>
          </a:prstGeom>
          <a:solidFill>
            <a:srgbClr val="E9ECFB"/>
          </a:solidFill>
          <a:ln w="9525">
            <a:solidFill>
              <a:srgbClr val="4356C7"/>
            </a:solidFill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4264E528-C0DA-4C0A-9F53-C76B9093B7C0}"/>
              </a:ext>
            </a:extLst>
          </p:cNvPr>
          <p:cNvSpPr>
            <a:spLocks noGrp="1"/>
          </p:cNvSpPr>
          <p:nvPr/>
        </p:nvSpPr>
        <p:spPr>
          <a:xfrm>
            <a:off x="9525000" y="2324100"/>
            <a:ext cx="17907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01E97F7E-A06F-4FB4-AFE0-2DE8294469BE}"/>
              </a:ext>
            </a:extLst>
          </p:cNvPr>
          <p:cNvSpPr>
            <a:spLocks noGrp="1"/>
          </p:cNvSpPr>
          <p:nvPr/>
        </p:nvSpPr>
        <p:spPr>
          <a:xfrm>
            <a:off x="9525000" y="3752850"/>
            <a:ext cx="1790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>
              <a:ext uri="{FF2B5EF4-FFF2-40B4-BE49-F238E27FC236}">
                <a16:creationId xmlns:a16="http://schemas.microsoft.com/office/drawing/2014/main" id="{833835F2-8DCD-47C6-8556-A30DD590D12A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8" name="footer-label-2">
            <a:extLst>
              <a:ext uri="{FF2B5EF4-FFF2-40B4-BE49-F238E27FC236}">
                <a16:creationId xmlns:a16="http://schemas.microsoft.com/office/drawing/2014/main" id="{9903A14F-15A0-46C9-AC65-FFB6B950F225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</a:t>
            </a:r>
          </a:p>
        </p:txBody>
      </p:sp>
      <p:sp>
        <p:nvSpPr>
          <p:cNvPr id="19" name="footer-page-2">
            <a:extLst>
              <a:ext uri="{FF2B5EF4-FFF2-40B4-BE49-F238E27FC236}">
                <a16:creationId xmlns:a16="http://schemas.microsoft.com/office/drawing/2014/main" id="{188A3C2E-6B72-4087-9E60-EF9B9A44FBC7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17</a:t>
            </a:r>
          </a:p>
        </p:txBody>
      </p:sp>
    </p:spTree>
    <p:extLst>
      <p:ext uri="{BB962C8B-B14F-4D97-AF65-F5344CB8AC3E}">
        <p14:creationId xmlns:p14="http://schemas.microsoft.com/office/powerpoint/2010/main" val="1446429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ide-accent-3">
            <a:extLst>
              <a:ext uri="{FF2B5EF4-FFF2-40B4-BE49-F238E27FC236}">
                <a16:creationId xmlns:a16="http://schemas.microsoft.com/office/drawing/2014/main" id="{C28F4FB7-6C5B-4CB3-B87A-7EFFF04322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3">
            <a:extLst>
              <a:ext uri="{FF2B5EF4-FFF2-40B4-BE49-F238E27FC236}">
                <a16:creationId xmlns:a16="http://schemas.microsoft.com/office/drawing/2014/main" id="{F0A33ECB-4256-4C4A-8B48-98544C3C538D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>
              <a:ext uri="{FF2B5EF4-FFF2-40B4-BE49-F238E27FC236}">
                <a16:creationId xmlns:a16="http://schemas.microsoft.com/office/drawing/2014/main" id="{FA037163-7789-41C0-BA45-622AA315A9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7E73B032-ABD4-46D4-A025-29589C71B37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>
              <a:ext uri="{FF2B5EF4-FFF2-40B4-BE49-F238E27FC236}">
                <a16:creationId xmlns:a16="http://schemas.microsoft.com/office/drawing/2014/main" id="{589A8443-0342-4B09-9A6E-6BCD0C4F698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870585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F0A58E2F-1EB5-46EC-A942-B98F450A9C7C}"/>
              </a:ext>
            </a:extLst>
          </p:cNvPr>
          <p:cNvSpPr>
            <a:spLocks noGrp="1"/>
          </p:cNvSpPr>
          <p:nvPr/>
        </p:nvSpPr>
        <p:spPr>
          <a:xfrm>
            <a:off x="125730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B209C9CF-AA77-4595-8A5A-A71E511FBBB7}"/>
              </a:ext>
            </a:extLst>
          </p:cNvPr>
          <p:cNvSpPr>
            <a:spLocks noGrp="1"/>
          </p:cNvSpPr>
          <p:nvPr/>
        </p:nvSpPr>
        <p:spPr>
          <a:xfrm>
            <a:off x="12573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4C7A22ED-2F69-49C0-84D0-36E6CBA21A2B}"/>
              </a:ext>
            </a:extLst>
          </p:cNvPr>
          <p:cNvSpPr>
            <a:spLocks noGrp="1"/>
          </p:cNvSpPr>
          <p:nvPr/>
        </p:nvSpPr>
        <p:spPr>
          <a:xfrm>
            <a:off x="8001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9CB0B0E7-498E-4F78-BD19-06168A9D1EF6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วงรี 9">
            <a:extLst>
              <a:ext uri="{FF2B5EF4-FFF2-40B4-BE49-F238E27FC236}">
                <a16:creationId xmlns:a16="http://schemas.microsoft.com/office/drawing/2014/main" id="{02D649BF-2E6E-45CE-B0C0-CE88A991205C}"/>
              </a:ext>
            </a:extLst>
          </p:cNvPr>
          <p:cNvSpPr>
            <a:spLocks noGrp="1"/>
          </p:cNvSpPr>
          <p:nvPr/>
        </p:nvSpPr>
        <p:spPr>
          <a:xfrm>
            <a:off x="340995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01229B28-22E6-487B-A1F3-F6E50BD98A93}"/>
              </a:ext>
            </a:extLst>
          </p:cNvPr>
          <p:cNvSpPr>
            <a:spLocks noGrp="1"/>
          </p:cNvSpPr>
          <p:nvPr/>
        </p:nvSpPr>
        <p:spPr>
          <a:xfrm>
            <a:off x="340995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EF027C0A-058C-45C6-B133-EFE852E9FCA9}"/>
              </a:ext>
            </a:extLst>
          </p:cNvPr>
          <p:cNvSpPr>
            <a:spLocks noGrp="1"/>
          </p:cNvSpPr>
          <p:nvPr/>
        </p:nvSpPr>
        <p:spPr>
          <a:xfrm>
            <a:off x="295275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A3E228EB-2C83-422D-BB60-347A3FAE1108}"/>
              </a:ext>
            </a:extLst>
          </p:cNvPr>
          <p:cNvSpPr>
            <a:spLocks noGrp="1"/>
          </p:cNvSpPr>
          <p:nvPr/>
        </p:nvSpPr>
        <p:spPr>
          <a:xfrm>
            <a:off x="287655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วงรี 13">
            <a:extLst>
              <a:ext uri="{FF2B5EF4-FFF2-40B4-BE49-F238E27FC236}">
                <a16:creationId xmlns:a16="http://schemas.microsoft.com/office/drawing/2014/main" id="{4E185A21-752F-400E-817E-0801201E2BE0}"/>
              </a:ext>
            </a:extLst>
          </p:cNvPr>
          <p:cNvSpPr>
            <a:spLocks noGrp="1"/>
          </p:cNvSpPr>
          <p:nvPr/>
        </p:nvSpPr>
        <p:spPr>
          <a:xfrm>
            <a:off x="5562600" y="3009900"/>
            <a:ext cx="876300" cy="876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76C02AE3-23B3-4C99-AF6F-0852191DBDB6}"/>
              </a:ext>
            </a:extLst>
          </p:cNvPr>
          <p:cNvSpPr>
            <a:spLocks noGrp="1"/>
          </p:cNvSpPr>
          <p:nvPr/>
        </p:nvSpPr>
        <p:spPr>
          <a:xfrm>
            <a:off x="55626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CD82EF4E-6298-4DE4-81B1-CDA3906DC5BF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6F3CDCB2-2AA2-4B70-B158-FD9ED2760FA6}"/>
              </a:ext>
            </a:extLst>
          </p:cNvPr>
          <p:cNvSpPr>
            <a:spLocks noGrp="1"/>
          </p:cNvSpPr>
          <p:nvPr/>
        </p:nvSpPr>
        <p:spPr>
          <a:xfrm>
            <a:off x="50292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วงรี 17">
            <a:extLst>
              <a:ext uri="{FF2B5EF4-FFF2-40B4-BE49-F238E27FC236}">
                <a16:creationId xmlns:a16="http://schemas.microsoft.com/office/drawing/2014/main" id="{244A158B-36A2-4D90-802D-6C7D6DE793FD}"/>
              </a:ext>
            </a:extLst>
          </p:cNvPr>
          <p:cNvSpPr>
            <a:spLocks noGrp="1"/>
          </p:cNvSpPr>
          <p:nvPr/>
        </p:nvSpPr>
        <p:spPr>
          <a:xfrm>
            <a:off x="7715250" y="3009900"/>
            <a:ext cx="876300" cy="8763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D2BDFD73-5A22-45EE-BCBE-1DDA5138EE63}"/>
              </a:ext>
            </a:extLst>
          </p:cNvPr>
          <p:cNvSpPr>
            <a:spLocks noGrp="1"/>
          </p:cNvSpPr>
          <p:nvPr/>
        </p:nvSpPr>
        <p:spPr>
          <a:xfrm>
            <a:off x="771525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DF44447A-B49B-479B-8D00-CB11F6221031}"/>
              </a:ext>
            </a:extLst>
          </p:cNvPr>
          <p:cNvSpPr>
            <a:spLocks noGrp="1"/>
          </p:cNvSpPr>
          <p:nvPr/>
        </p:nvSpPr>
        <p:spPr>
          <a:xfrm>
            <a:off x="725805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5367613C-FD9D-4584-A2EA-C435F724C677}"/>
              </a:ext>
            </a:extLst>
          </p:cNvPr>
          <p:cNvSpPr>
            <a:spLocks noGrp="1"/>
          </p:cNvSpPr>
          <p:nvPr/>
        </p:nvSpPr>
        <p:spPr>
          <a:xfrm>
            <a:off x="718185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วงรี 21">
            <a:extLst>
              <a:ext uri="{FF2B5EF4-FFF2-40B4-BE49-F238E27FC236}">
                <a16:creationId xmlns:a16="http://schemas.microsoft.com/office/drawing/2014/main" id="{50DC856B-00B3-43B5-AAD5-B834BB9E613F}"/>
              </a:ext>
            </a:extLst>
          </p:cNvPr>
          <p:cNvSpPr>
            <a:spLocks noGrp="1"/>
          </p:cNvSpPr>
          <p:nvPr/>
        </p:nvSpPr>
        <p:spPr>
          <a:xfrm>
            <a:off x="9867900" y="3009900"/>
            <a:ext cx="876300" cy="8763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3" name="สี่เหลี่ยมผืนผ้า 22">
            <a:extLst>
              <a:ext uri="{FF2B5EF4-FFF2-40B4-BE49-F238E27FC236}">
                <a16:creationId xmlns:a16="http://schemas.microsoft.com/office/drawing/2014/main" id="{88DAE5F6-7D1B-4077-82F7-8E423A2EC8DB}"/>
              </a:ext>
            </a:extLst>
          </p:cNvPr>
          <p:cNvSpPr>
            <a:spLocks noGrp="1"/>
          </p:cNvSpPr>
          <p:nvPr/>
        </p:nvSpPr>
        <p:spPr>
          <a:xfrm>
            <a:off x="9867900" y="3257550"/>
            <a:ext cx="876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D4D1A30B-9944-4375-9142-837C94E125AC}"/>
              </a:ext>
            </a:extLst>
          </p:cNvPr>
          <p:cNvSpPr>
            <a:spLocks noGrp="1"/>
          </p:cNvSpPr>
          <p:nvPr/>
        </p:nvSpPr>
        <p:spPr>
          <a:xfrm>
            <a:off x="9410700" y="4210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สี่เหลี่ยมผืนผ้า 24">
            <a:extLst>
              <a:ext uri="{FF2B5EF4-FFF2-40B4-BE49-F238E27FC236}">
                <a16:creationId xmlns:a16="http://schemas.microsoft.com/office/drawing/2014/main" id="{34F732CE-F7D7-48A8-8758-E845D2289053}"/>
              </a:ext>
            </a:extLst>
          </p:cNvPr>
          <p:cNvSpPr>
            <a:spLocks noGrp="1"/>
          </p:cNvSpPr>
          <p:nvPr/>
        </p:nvSpPr>
        <p:spPr>
          <a:xfrm>
            <a:off x="9334500" y="4819650"/>
            <a:ext cx="1943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สี่เหลี่ยมผืนผ้า: มุมมน 25">
            <a:extLst>
              <a:ext uri="{FF2B5EF4-FFF2-40B4-BE49-F238E27FC236}">
                <a16:creationId xmlns:a16="http://schemas.microsoft.com/office/drawing/2014/main" id="{6CD44FE0-B735-4DF5-8B53-04C9FE5480D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514350"/>
          </a:xfrm>
          <a:prstGeom prst="roundRect">
            <a:avLst>
              <a:gd name="adj" fmla="val 14815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27" name="สี่เหลี่ยมผืนผ้า 26">
            <a:extLst>
              <a:ext uri="{FF2B5EF4-FFF2-40B4-BE49-F238E27FC236}">
                <a16:creationId xmlns:a16="http://schemas.microsoft.com/office/drawing/2014/main" id="{454F54E2-8B0C-4B24-BC3A-48A0D35154D8}"/>
              </a:ext>
            </a:extLst>
          </p:cNvPr>
          <p:cNvSpPr>
            <a:spLocks noGrp="1"/>
          </p:cNvSpPr>
          <p:nvPr/>
        </p:nvSpPr>
        <p:spPr>
          <a:xfrm>
            <a:off x="838200" y="5791200"/>
            <a:ext cx="10515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>
              <a:ext uri="{FF2B5EF4-FFF2-40B4-BE49-F238E27FC236}">
                <a16:creationId xmlns:a16="http://schemas.microsoft.com/office/drawing/2014/main" id="{95C64ADE-7F9F-4067-B054-B225F06CD141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30" name="footer-page-3">
            <a:extLst>
              <a:ext uri="{FF2B5EF4-FFF2-40B4-BE49-F238E27FC236}">
                <a16:creationId xmlns:a16="http://schemas.microsoft.com/office/drawing/2014/main" id="{9EA898FC-7931-45EB-98F4-E78259AB7A11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1211672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ide-accent-4">
            <a:extLst>
              <a:ext uri="{FF2B5EF4-FFF2-40B4-BE49-F238E27FC236}">
                <a16:creationId xmlns:a16="http://schemas.microsoft.com/office/drawing/2014/main" id="{61CA69C0-D33E-4521-89F3-11AF1CEF7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4">
            <a:extLst>
              <a:ext uri="{FF2B5EF4-FFF2-40B4-BE49-F238E27FC236}">
                <a16:creationId xmlns:a16="http://schemas.microsoft.com/office/drawing/2014/main" id="{EB206954-A7F8-4445-845D-3159E5DACC9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>
              <a:ext uri="{FF2B5EF4-FFF2-40B4-BE49-F238E27FC236}">
                <a16:creationId xmlns:a16="http://schemas.microsoft.com/office/drawing/2014/main" id="{077A81A6-402B-42B2-8648-0D8DC64D37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986EBCC6-452D-43BC-9D64-9AC6E4B09969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81384945-506F-4EA6-B89B-B8C36B1575BD}"/>
              </a:ext>
            </a:extLst>
          </p:cNvPr>
          <p:cNvSpPr>
            <a:spLocks noGrp="1"/>
          </p:cNvSpPr>
          <p:nvPr/>
        </p:nvSpPr>
        <p:spPr>
          <a:xfrm>
            <a:off x="1409700" y="182880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731EBE54-7D5D-45EC-9271-1722B6D75CCC}"/>
              </a:ext>
            </a:extLst>
          </p:cNvPr>
          <p:cNvSpPr>
            <a:spLocks noGrp="1"/>
          </p:cNvSpPr>
          <p:nvPr/>
        </p:nvSpPr>
        <p:spPr>
          <a:xfrm>
            <a:off x="4171950" y="186690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783A3039-932D-405C-8BF3-D23D0144E75D}"/>
              </a:ext>
            </a:extLst>
          </p:cNvPr>
          <p:cNvSpPr>
            <a:spLocks noGrp="1"/>
          </p:cNvSpPr>
          <p:nvPr/>
        </p:nvSpPr>
        <p:spPr>
          <a:xfrm>
            <a:off x="1409700" y="238125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F622AD5D-B5F5-40D0-AEB8-6AD5DBAA041D}"/>
              </a:ext>
            </a:extLst>
          </p:cNvPr>
          <p:cNvSpPr>
            <a:spLocks noGrp="1"/>
          </p:cNvSpPr>
          <p:nvPr/>
        </p:nvSpPr>
        <p:spPr>
          <a:xfrm>
            <a:off x="609600" y="2600325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D796ADCF-7C9E-43B0-B35B-8C0CD66AB799}"/>
              </a:ext>
            </a:extLst>
          </p:cNvPr>
          <p:cNvSpPr>
            <a:spLocks noGrp="1"/>
          </p:cNvSpPr>
          <p:nvPr/>
        </p:nvSpPr>
        <p:spPr>
          <a:xfrm>
            <a:off x="1409700" y="2562225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22E73E5F-B158-406C-8B01-088C44CCD516}"/>
              </a:ext>
            </a:extLst>
          </p:cNvPr>
          <p:cNvSpPr>
            <a:spLocks noGrp="1"/>
          </p:cNvSpPr>
          <p:nvPr/>
        </p:nvSpPr>
        <p:spPr>
          <a:xfrm>
            <a:off x="4171950" y="2600325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776C2010-9794-43E1-BF8B-03C061A719E9}"/>
              </a:ext>
            </a:extLst>
          </p:cNvPr>
          <p:cNvSpPr>
            <a:spLocks noGrp="1"/>
          </p:cNvSpPr>
          <p:nvPr/>
        </p:nvSpPr>
        <p:spPr>
          <a:xfrm>
            <a:off x="1409700" y="3114675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21CA8931-C41D-49AF-8038-FC546533014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F967A09-CBD4-4366-9F44-69F8E20CE52E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988D74A9-085C-4B35-8085-F1B67ECE1F75}"/>
              </a:ext>
            </a:extLst>
          </p:cNvPr>
          <p:cNvSpPr>
            <a:spLocks noGrp="1"/>
          </p:cNvSpPr>
          <p:nvPr/>
        </p:nvSpPr>
        <p:spPr>
          <a:xfrm>
            <a:off x="4171950" y="333375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0EAF2681-B484-4657-8433-69C03A765CA0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8CC9D8CB-821C-41D8-A932-06FD9C61ED87}"/>
              </a:ext>
            </a:extLst>
          </p:cNvPr>
          <p:cNvSpPr>
            <a:spLocks noGrp="1"/>
          </p:cNvSpPr>
          <p:nvPr/>
        </p:nvSpPr>
        <p:spPr>
          <a:xfrm>
            <a:off x="609600" y="4067175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F66F69A1-1603-4902-9BA1-1AF63C94157E}"/>
              </a:ext>
            </a:extLst>
          </p:cNvPr>
          <p:cNvSpPr>
            <a:spLocks noGrp="1"/>
          </p:cNvSpPr>
          <p:nvPr/>
        </p:nvSpPr>
        <p:spPr>
          <a:xfrm>
            <a:off x="1409700" y="4029075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116DA24B-E8E7-4509-AF25-6A7DDAB9FCDB}"/>
              </a:ext>
            </a:extLst>
          </p:cNvPr>
          <p:cNvSpPr>
            <a:spLocks noGrp="1"/>
          </p:cNvSpPr>
          <p:nvPr/>
        </p:nvSpPr>
        <p:spPr>
          <a:xfrm>
            <a:off x="4171950" y="4067175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7038A9A0-6A98-43C0-9202-30BE5D19BA27}"/>
              </a:ext>
            </a:extLst>
          </p:cNvPr>
          <p:cNvSpPr>
            <a:spLocks noGrp="1"/>
          </p:cNvSpPr>
          <p:nvPr/>
        </p:nvSpPr>
        <p:spPr>
          <a:xfrm>
            <a:off x="1409700" y="4581525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4F07EFFF-C1C8-4CCD-AA9D-908E201550A7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FBC70AA0-C162-49FA-B8E5-85BAB8F38E87}"/>
              </a:ext>
            </a:extLst>
          </p:cNvPr>
          <p:cNvSpPr>
            <a:spLocks noGrp="1"/>
          </p:cNvSpPr>
          <p:nvPr/>
        </p:nvSpPr>
        <p:spPr>
          <a:xfrm>
            <a:off x="1409700" y="476250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98F091C5-A773-43B1-8DEF-120D32A2C6F5}"/>
              </a:ext>
            </a:extLst>
          </p:cNvPr>
          <p:cNvSpPr>
            <a:spLocks noGrp="1"/>
          </p:cNvSpPr>
          <p:nvPr/>
        </p:nvSpPr>
        <p:spPr>
          <a:xfrm>
            <a:off x="4171950" y="4800600"/>
            <a:ext cx="7105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สี่เหลี่ยมผืนผ้า: มุมมน 22">
            <a:extLst>
              <a:ext uri="{FF2B5EF4-FFF2-40B4-BE49-F238E27FC236}">
                <a16:creationId xmlns:a16="http://schemas.microsoft.com/office/drawing/2014/main" id="{C328B28E-660D-4683-9364-FCBEC9924548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10972800" cy="476250"/>
          </a:xfrm>
          <a:prstGeom prst="roundRect">
            <a:avLst>
              <a:gd name="adj" fmla="val 16000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741FC515-BB0C-4ACC-8761-14F6C54BD4A9}"/>
              </a:ext>
            </a:extLst>
          </p:cNvPr>
          <p:cNvSpPr>
            <a:spLocks noGrp="1"/>
          </p:cNvSpPr>
          <p:nvPr/>
        </p:nvSpPr>
        <p:spPr>
          <a:xfrm>
            <a:off x="838200" y="5819775"/>
            <a:ext cx="10515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>
              <a:ext uri="{FF2B5EF4-FFF2-40B4-BE49-F238E27FC236}">
                <a16:creationId xmlns:a16="http://schemas.microsoft.com/office/drawing/2014/main" id="{784CA9E9-BF73-4B4A-A1FF-C69B00066AE9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6" name="footer-label-4">
            <a:extLst>
              <a:ext uri="{FF2B5EF4-FFF2-40B4-BE49-F238E27FC236}">
                <a16:creationId xmlns:a16="http://schemas.microsoft.com/office/drawing/2014/main" id="{63F00E68-0E9E-48CD-A7C9-2FD83CE85E38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>
              <a:ext uri="{FF2B5EF4-FFF2-40B4-BE49-F238E27FC236}">
                <a16:creationId xmlns:a16="http://schemas.microsoft.com/office/drawing/2014/main" id="{1CB80ABB-F579-4A47-B55F-42CC878E1B1D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17</a:t>
            </a:r>
          </a:p>
        </p:txBody>
      </p:sp>
    </p:spTree>
    <p:extLst>
      <p:ext uri="{BB962C8B-B14F-4D97-AF65-F5344CB8AC3E}">
        <p14:creationId xmlns:p14="http://schemas.microsoft.com/office/powerpoint/2010/main" val="2000432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ide-accent-5">
            <a:extLst>
              <a:ext uri="{FF2B5EF4-FFF2-40B4-BE49-F238E27FC236}">
                <a16:creationId xmlns:a16="http://schemas.microsoft.com/office/drawing/2014/main" id="{1B96C5C7-A5A2-4999-842C-F41406D5AA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5">
            <a:extLst>
              <a:ext uri="{FF2B5EF4-FFF2-40B4-BE49-F238E27FC236}">
                <a16:creationId xmlns:a16="http://schemas.microsoft.com/office/drawing/2014/main" id="{6469B4A0-DC58-4D47-81D4-BA0AF48B405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>
              <a:ext uri="{FF2B5EF4-FFF2-40B4-BE49-F238E27FC236}">
                <a16:creationId xmlns:a16="http://schemas.microsoft.com/office/drawing/2014/main" id="{26F151D8-237B-43F7-9FDD-EBEF4533282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72F8F9B6-3A47-4521-9EED-4B7111F080F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>
              <a:ext uri="{FF2B5EF4-FFF2-40B4-BE49-F238E27FC236}">
                <a16:creationId xmlns:a16="http://schemas.microsoft.com/office/drawing/2014/main" id="{D37B5096-8AC5-49EC-B77A-72A4871B9C64}"/>
              </a:ext>
            </a:extLst>
          </p:cNvPr>
          <p:cNvSpPr>
            <a:spLocks noGrp="1"/>
          </p:cNvSpPr>
          <p:nvPr/>
        </p:nvSpPr>
        <p:spPr>
          <a:xfrm>
            <a:off x="1428750" y="3457575"/>
            <a:ext cx="8667750" cy="571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workflow-arrow">
            <a:extLst>
              <a:ext uri="{FF2B5EF4-FFF2-40B4-BE49-F238E27FC236}">
                <a16:creationId xmlns:a16="http://schemas.microsoft.com/office/drawing/2014/main" id="{AC21DA29-3E44-4902-AFFE-C0B2B97EA893}"/>
              </a:ext>
            </a:extLst>
          </p:cNvPr>
          <p:cNvSpPr>
            <a:spLocks noGrp="1"/>
          </p:cNvSpPr>
          <p:nvPr/>
        </p:nvSpPr>
        <p:spPr>
          <a:xfrm>
            <a:off x="9963150" y="3343275"/>
            <a:ext cx="457200" cy="266700"/>
          </a:xfrm>
          <a:prstGeom prst="rightArrow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7" name="วงรี 6">
            <a:extLst>
              <a:ext uri="{FF2B5EF4-FFF2-40B4-BE49-F238E27FC236}">
                <a16:creationId xmlns:a16="http://schemas.microsoft.com/office/drawing/2014/main" id="{3858BB69-CD77-4387-B54E-8E5922CA875C}"/>
              </a:ext>
            </a:extLst>
          </p:cNvPr>
          <p:cNvSpPr>
            <a:spLocks noGrp="1"/>
          </p:cNvSpPr>
          <p:nvPr/>
        </p:nvSpPr>
        <p:spPr>
          <a:xfrm>
            <a:off x="876300" y="3105150"/>
            <a:ext cx="742950" cy="7429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2E884A2F-504B-460B-89BC-3379E9FCC5B4}"/>
              </a:ext>
            </a:extLst>
          </p:cNvPr>
          <p:cNvSpPr>
            <a:spLocks noGrp="1"/>
          </p:cNvSpPr>
          <p:nvPr/>
        </p:nvSpPr>
        <p:spPr>
          <a:xfrm>
            <a:off x="8763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172C53FC-C314-4861-B16D-98F54E1C3447}"/>
              </a:ext>
            </a:extLst>
          </p:cNvPr>
          <p:cNvSpPr>
            <a:spLocks noGrp="1"/>
          </p:cNvSpPr>
          <p:nvPr/>
        </p:nvSpPr>
        <p:spPr>
          <a:xfrm>
            <a:off x="5143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0219DA88-5E38-4FA9-9403-453359E3AD1D}"/>
              </a:ext>
            </a:extLst>
          </p:cNvPr>
          <p:cNvSpPr>
            <a:spLocks noGrp="1"/>
          </p:cNvSpPr>
          <p:nvPr/>
        </p:nvSpPr>
        <p:spPr>
          <a:xfrm>
            <a:off x="4191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วงรี 10">
            <a:extLst>
              <a:ext uri="{FF2B5EF4-FFF2-40B4-BE49-F238E27FC236}">
                <a16:creationId xmlns:a16="http://schemas.microsoft.com/office/drawing/2014/main" id="{CF77DEE1-EB32-4526-A816-6062A788A3E3}"/>
              </a:ext>
            </a:extLst>
          </p:cNvPr>
          <p:cNvSpPr>
            <a:spLocks noGrp="1"/>
          </p:cNvSpPr>
          <p:nvPr/>
        </p:nvSpPr>
        <p:spPr>
          <a:xfrm>
            <a:off x="3009900" y="3105150"/>
            <a:ext cx="742950" cy="7429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0D2EA391-4F55-4D9B-A0EF-51DDC9F7BE2E}"/>
              </a:ext>
            </a:extLst>
          </p:cNvPr>
          <p:cNvSpPr>
            <a:spLocks noGrp="1"/>
          </p:cNvSpPr>
          <p:nvPr/>
        </p:nvSpPr>
        <p:spPr>
          <a:xfrm>
            <a:off x="30099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5990536-51BF-40C3-966B-4655976B4877}"/>
              </a:ext>
            </a:extLst>
          </p:cNvPr>
          <p:cNvSpPr>
            <a:spLocks noGrp="1"/>
          </p:cNvSpPr>
          <p:nvPr/>
        </p:nvSpPr>
        <p:spPr>
          <a:xfrm>
            <a:off x="26479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DBFC21EE-7FA7-425F-A1DF-FCB6C3FFA14A}"/>
              </a:ext>
            </a:extLst>
          </p:cNvPr>
          <p:cNvSpPr>
            <a:spLocks noGrp="1"/>
          </p:cNvSpPr>
          <p:nvPr/>
        </p:nvSpPr>
        <p:spPr>
          <a:xfrm>
            <a:off x="25527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วงรี 14">
            <a:extLst>
              <a:ext uri="{FF2B5EF4-FFF2-40B4-BE49-F238E27FC236}">
                <a16:creationId xmlns:a16="http://schemas.microsoft.com/office/drawing/2014/main" id="{93554279-5CA1-4DCB-8041-385B3618DE15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742950" cy="7429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2580A71C-DF7B-40C9-9CB7-1F5F7F686090}"/>
              </a:ext>
            </a:extLst>
          </p:cNvPr>
          <p:cNvSpPr>
            <a:spLocks noGrp="1"/>
          </p:cNvSpPr>
          <p:nvPr/>
        </p:nvSpPr>
        <p:spPr>
          <a:xfrm>
            <a:off x="51435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9E0B82AB-736E-4FF3-B87D-51B2CBB9B310}"/>
              </a:ext>
            </a:extLst>
          </p:cNvPr>
          <p:cNvSpPr>
            <a:spLocks noGrp="1"/>
          </p:cNvSpPr>
          <p:nvPr/>
        </p:nvSpPr>
        <p:spPr>
          <a:xfrm>
            <a:off x="47815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D42EFC18-119D-4BD8-8AA8-E484402280F6}"/>
              </a:ext>
            </a:extLst>
          </p:cNvPr>
          <p:cNvSpPr>
            <a:spLocks noGrp="1"/>
          </p:cNvSpPr>
          <p:nvPr/>
        </p:nvSpPr>
        <p:spPr>
          <a:xfrm>
            <a:off x="46863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วงรี 18">
            <a:extLst>
              <a:ext uri="{FF2B5EF4-FFF2-40B4-BE49-F238E27FC236}">
                <a16:creationId xmlns:a16="http://schemas.microsoft.com/office/drawing/2014/main" id="{3655C904-F506-4A56-9A2A-665BB913C794}"/>
              </a:ext>
            </a:extLst>
          </p:cNvPr>
          <p:cNvSpPr>
            <a:spLocks noGrp="1"/>
          </p:cNvSpPr>
          <p:nvPr/>
        </p:nvSpPr>
        <p:spPr>
          <a:xfrm>
            <a:off x="7277100" y="3105150"/>
            <a:ext cx="742950" cy="7429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CAF7B147-2EB4-484B-A2D9-D12073D6CF9A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6B48794C-7D55-444F-B775-7C2B5C79EF22}"/>
              </a:ext>
            </a:extLst>
          </p:cNvPr>
          <p:cNvSpPr>
            <a:spLocks noGrp="1"/>
          </p:cNvSpPr>
          <p:nvPr/>
        </p:nvSpPr>
        <p:spPr>
          <a:xfrm>
            <a:off x="69151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620EBCFF-8C0F-4DB7-9160-BDE7D8C512FF}"/>
              </a:ext>
            </a:extLst>
          </p:cNvPr>
          <p:cNvSpPr>
            <a:spLocks noGrp="1"/>
          </p:cNvSpPr>
          <p:nvPr/>
        </p:nvSpPr>
        <p:spPr>
          <a:xfrm>
            <a:off x="68199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วงรี 22">
            <a:extLst>
              <a:ext uri="{FF2B5EF4-FFF2-40B4-BE49-F238E27FC236}">
                <a16:creationId xmlns:a16="http://schemas.microsoft.com/office/drawing/2014/main" id="{4B9EC066-A317-4E1B-977C-BF456CCD2408}"/>
              </a:ext>
            </a:extLst>
          </p:cNvPr>
          <p:cNvSpPr>
            <a:spLocks noGrp="1"/>
          </p:cNvSpPr>
          <p:nvPr/>
        </p:nvSpPr>
        <p:spPr>
          <a:xfrm>
            <a:off x="9410700" y="3105150"/>
            <a:ext cx="742950" cy="7429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24" name="สี่เหลี่ยมผืนผ้า 23">
            <a:extLst>
              <a:ext uri="{FF2B5EF4-FFF2-40B4-BE49-F238E27FC236}">
                <a16:creationId xmlns:a16="http://schemas.microsoft.com/office/drawing/2014/main" id="{5A54BDFB-2816-450A-ABD9-1D8DA105DBAA}"/>
              </a:ext>
            </a:extLst>
          </p:cNvPr>
          <p:cNvSpPr>
            <a:spLocks noGrp="1"/>
          </p:cNvSpPr>
          <p:nvPr/>
        </p:nvSpPr>
        <p:spPr>
          <a:xfrm>
            <a:off x="9410700" y="3305175"/>
            <a:ext cx="742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สี่เหลี่ยมผืนผ้า 24">
            <a:extLst>
              <a:ext uri="{FF2B5EF4-FFF2-40B4-BE49-F238E27FC236}">
                <a16:creationId xmlns:a16="http://schemas.microsoft.com/office/drawing/2014/main" id="{42DD49DD-58FB-4659-94A9-AD34FDD377F3}"/>
              </a:ext>
            </a:extLst>
          </p:cNvPr>
          <p:cNvSpPr>
            <a:spLocks noGrp="1"/>
          </p:cNvSpPr>
          <p:nvPr/>
        </p:nvSpPr>
        <p:spPr>
          <a:xfrm>
            <a:off x="9048750" y="40957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สี่เหลี่ยมผืนผ้า 25">
            <a:extLst>
              <a:ext uri="{FF2B5EF4-FFF2-40B4-BE49-F238E27FC236}">
                <a16:creationId xmlns:a16="http://schemas.microsoft.com/office/drawing/2014/main" id="{2E6081FB-252B-44DE-B54F-B474FF2488A8}"/>
              </a:ext>
            </a:extLst>
          </p:cNvPr>
          <p:cNvSpPr>
            <a:spLocks noGrp="1"/>
          </p:cNvSpPr>
          <p:nvPr/>
        </p:nvSpPr>
        <p:spPr>
          <a:xfrm>
            <a:off x="8953500" y="45910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สี่เหลี่ยมผืนผ้า 26">
            <a:extLst>
              <a:ext uri="{FF2B5EF4-FFF2-40B4-BE49-F238E27FC236}">
                <a16:creationId xmlns:a16="http://schemas.microsoft.com/office/drawing/2014/main" id="{A172388E-2853-48BE-A437-7C83A2AC9799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>
              <a:ext uri="{FF2B5EF4-FFF2-40B4-BE49-F238E27FC236}">
                <a16:creationId xmlns:a16="http://schemas.microsoft.com/office/drawing/2014/main" id="{82F06F4A-2C84-42CC-A29F-C23BC0C0B9EF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30" name="footer-page-5">
            <a:extLst>
              <a:ext uri="{FF2B5EF4-FFF2-40B4-BE49-F238E27FC236}">
                <a16:creationId xmlns:a16="http://schemas.microsoft.com/office/drawing/2014/main" id="{5AD5A5FC-171F-470C-82A4-EEEA03694073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17</a:t>
            </a:r>
          </a:p>
        </p:txBody>
      </p:sp>
    </p:spTree>
    <p:extLst>
      <p:ext uri="{BB962C8B-B14F-4D97-AF65-F5344CB8AC3E}">
        <p14:creationId xmlns:p14="http://schemas.microsoft.com/office/powerpoint/2010/main" val="1411574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ide-accent-6">
            <a:extLst>
              <a:ext uri="{FF2B5EF4-FFF2-40B4-BE49-F238E27FC236}">
                <a16:creationId xmlns:a16="http://schemas.microsoft.com/office/drawing/2014/main" id="{511DBA63-1844-4E95-95F6-AB26A7F4B3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6">
            <a:extLst>
              <a:ext uri="{FF2B5EF4-FFF2-40B4-BE49-F238E27FC236}">
                <a16:creationId xmlns:a16="http://schemas.microsoft.com/office/drawing/2014/main" id="{E8DC5B25-63AB-4835-A084-3470148ECE6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>
              <a:ext uri="{FF2B5EF4-FFF2-40B4-BE49-F238E27FC236}">
                <a16:creationId xmlns:a16="http://schemas.microsoft.com/office/drawing/2014/main" id="{69230694-89B5-4DB2-B577-E45DF7D3E20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1341F5F3-73A6-4C9A-B15D-E1F5C06B2F37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609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ผู้รับการประเมินกรอกข้อมูลวิชาการและแนบหลักฐานให้ครบ ก่อนส่งให้ผู้ประเมินตรวจ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B3AE1C97-78CE-40C0-97F4-F5BE112BEF5C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26B12A56-919C-4F65-A668-7F500895F4FF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1465F21A-02C1-4875-8CEF-0FF7C3104B79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3028950" cy="28575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EA4A9BFB-AFA0-4126-AE6B-E086BB51F6FD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B2A796B7-369B-4A4B-A37A-F7D072DF7C5A}"/>
              </a:ext>
            </a:extLst>
          </p:cNvPr>
          <p:cNvSpPr>
            <a:spLocks noGrp="1"/>
          </p:cNvSpPr>
          <p:nvPr/>
        </p:nvSpPr>
        <p:spPr>
          <a:xfrm>
            <a:off x="424815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BC35CA37-26F7-48D5-9500-E22246E7B310}"/>
              </a:ext>
            </a:extLst>
          </p:cNvPr>
          <p:cNvSpPr>
            <a:spLocks noGrp="1"/>
          </p:cNvSpPr>
          <p:nvPr/>
        </p:nvSpPr>
        <p:spPr>
          <a:xfrm>
            <a:off x="424815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A910A1F7-2C4C-4980-B459-204D498EC08D}"/>
              </a:ext>
            </a:extLst>
          </p:cNvPr>
          <p:cNvSpPr>
            <a:spLocks noGrp="1"/>
          </p:cNvSpPr>
          <p:nvPr/>
        </p:nvSpPr>
        <p:spPr>
          <a:xfrm>
            <a:off x="4248150" y="4191000"/>
            <a:ext cx="3028950" cy="28575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C756A083-A99B-493A-B31C-E195437AA0B8}"/>
              </a:ext>
            </a:extLst>
          </p:cNvPr>
          <p:cNvSpPr>
            <a:spLocks noGrp="1"/>
          </p:cNvSpPr>
          <p:nvPr/>
        </p:nvSpPr>
        <p:spPr>
          <a:xfrm>
            <a:off x="424815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98273E0-8F56-4E46-BEA1-0FB057C6E40A}"/>
              </a:ext>
            </a:extLst>
          </p:cNvPr>
          <p:cNvSpPr>
            <a:spLocks noGrp="1"/>
          </p:cNvSpPr>
          <p:nvPr/>
        </p:nvSpPr>
        <p:spPr>
          <a:xfrm>
            <a:off x="78867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D27FB78A-9AEF-4CD3-8398-19F26FC8DD65}"/>
              </a:ext>
            </a:extLst>
          </p:cNvPr>
          <p:cNvSpPr>
            <a:spLocks noGrp="1"/>
          </p:cNvSpPr>
          <p:nvPr/>
        </p:nvSpPr>
        <p:spPr>
          <a:xfrm>
            <a:off x="78867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6C2DD88F-168E-42E9-BFE5-50EEE30F9D65}"/>
              </a:ext>
            </a:extLst>
          </p:cNvPr>
          <p:cNvSpPr>
            <a:spLocks noGrp="1"/>
          </p:cNvSpPr>
          <p:nvPr/>
        </p:nvSpPr>
        <p:spPr>
          <a:xfrm>
            <a:off x="7886700" y="4191000"/>
            <a:ext cx="3028950" cy="28575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2C76DE6E-8381-4A12-A71D-DA26702459A3}"/>
              </a:ext>
            </a:extLst>
          </p:cNvPr>
          <p:cNvSpPr>
            <a:spLocks noGrp="1"/>
          </p:cNvSpPr>
          <p:nvPr/>
        </p:nvSpPr>
        <p:spPr>
          <a:xfrm>
            <a:off x="78867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สี่เหลี่ยมผืนผ้า: มุมมน 16">
            <a:extLst>
              <a:ext uri="{FF2B5EF4-FFF2-40B4-BE49-F238E27FC236}">
                <a16:creationId xmlns:a16="http://schemas.microsoft.com/office/drawing/2014/main" id="{10215936-A1A0-4C6E-AB15-FCF92380F1A5}"/>
              </a:ext>
            </a:extLst>
          </p:cNvPr>
          <p:cNvSpPr>
            <a:spLocks noGrp="1"/>
          </p:cNvSpPr>
          <p:nvPr/>
        </p:nvSpPr>
        <p:spPr>
          <a:xfrm>
            <a:off x="8572500" y="1866900"/>
            <a:ext cx="3009900" cy="781050"/>
          </a:xfrm>
          <a:prstGeom prst="roundRect">
            <a:avLst>
              <a:gd name="adj" fmla="val 9756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B0D47A8F-134E-4C3A-9FE5-5B378E3C7BF7}"/>
              </a:ext>
            </a:extLst>
          </p:cNvPr>
          <p:cNvSpPr>
            <a:spLocks noGrp="1"/>
          </p:cNvSpPr>
          <p:nvPr/>
        </p:nvSpPr>
        <p:spPr>
          <a:xfrm>
            <a:off x="8839200" y="1990725"/>
            <a:ext cx="2476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>
              <a:ext uri="{FF2B5EF4-FFF2-40B4-BE49-F238E27FC236}">
                <a16:creationId xmlns:a16="http://schemas.microsoft.com/office/drawing/2014/main" id="{3B00B5E3-9503-48E5-B91A-748032316FBA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1" name="footer-page-6">
            <a:extLst>
              <a:ext uri="{FF2B5EF4-FFF2-40B4-BE49-F238E27FC236}">
                <a16:creationId xmlns:a16="http://schemas.microsoft.com/office/drawing/2014/main" id="{9F7D1429-BD37-486F-BEE4-A06D0BB1A70F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17</a:t>
            </a:r>
          </a:p>
        </p:txBody>
      </p:sp>
    </p:spTree>
    <p:extLst>
      <p:ext uri="{BB962C8B-B14F-4D97-AF65-F5344CB8AC3E}">
        <p14:creationId xmlns:p14="http://schemas.microsoft.com/office/powerpoint/2010/main" val="1233449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ide-accent-7">
            <a:extLst>
              <a:ext uri="{FF2B5EF4-FFF2-40B4-BE49-F238E27FC236}">
                <a16:creationId xmlns:a16="http://schemas.microsoft.com/office/drawing/2014/main" id="{117944D3-3BDF-4307-A8F5-E08FFE3C45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7">
            <a:extLst>
              <a:ext uri="{FF2B5EF4-FFF2-40B4-BE49-F238E27FC236}">
                <a16:creationId xmlns:a16="http://schemas.microsoft.com/office/drawing/2014/main" id="{734649C0-9414-413A-873A-C7789A780B1E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>
              <a:ext uri="{FF2B5EF4-FFF2-40B4-BE49-F238E27FC236}">
                <a16:creationId xmlns:a16="http://schemas.microsoft.com/office/drawing/2014/main" id="{C0DC4879-C138-47D0-82D3-81D6BBB76EE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02E6DCF4-547F-412D-98F0-F5F899E23C2E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5334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DAE82400-EF2A-4F3A-8422-D67B95E6A38E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457200" cy="4572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DEEDAA8C-B6B5-424E-92BF-8FA0900F16A2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DAB23379-8DAE-4483-A629-F4474370040C}"/>
              </a:ext>
            </a:extLst>
          </p:cNvPr>
          <p:cNvSpPr>
            <a:spLocks noGrp="1"/>
          </p:cNvSpPr>
          <p:nvPr/>
        </p:nvSpPr>
        <p:spPr>
          <a:xfrm>
            <a:off x="1333500" y="26289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63CC9DE4-33D8-43DE-8F52-6F46BA405FD3}"/>
              </a:ext>
            </a:extLst>
          </p:cNvPr>
          <p:cNvSpPr>
            <a:spLocks noGrp="1"/>
          </p:cNvSpPr>
          <p:nvPr/>
        </p:nvSpPr>
        <p:spPr>
          <a:xfrm>
            <a:off x="3067050" y="268605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67E3C7F0-EA66-4401-A1F7-1EEA36EFB7A4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CAFC2CEE-35B1-4C3E-8455-2C5F6FB85ECE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316E0F36-F9F6-4A67-A80D-03399A53E6BC}"/>
              </a:ext>
            </a:extLst>
          </p:cNvPr>
          <p:cNvSpPr>
            <a:spLocks noGrp="1"/>
          </p:cNvSpPr>
          <p:nvPr/>
        </p:nvSpPr>
        <p:spPr>
          <a:xfrm>
            <a:off x="1333500" y="36957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4B414909-46C5-4C23-BE66-8E3FE245ED3D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A90254A5-7805-4C60-B05B-E7B8ACD5D4CA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457200" cy="4572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6BC3A27E-AF97-441C-AE23-9C99E63AE7AB}"/>
              </a:ext>
            </a:extLst>
          </p:cNvPr>
          <p:cNvSpPr>
            <a:spLocks noGrp="1"/>
          </p:cNvSpPr>
          <p:nvPr/>
        </p:nvSpPr>
        <p:spPr>
          <a:xfrm>
            <a:off x="609600" y="4867275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A8D8B7E9-430B-4AE8-AEB2-87F7D7F25890}"/>
              </a:ext>
            </a:extLst>
          </p:cNvPr>
          <p:cNvSpPr>
            <a:spLocks noGrp="1"/>
          </p:cNvSpPr>
          <p:nvPr/>
        </p:nvSpPr>
        <p:spPr>
          <a:xfrm>
            <a:off x="1333500" y="4762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A6FD7F40-DF6C-465C-B70F-148D173E6545}"/>
              </a:ext>
            </a:extLst>
          </p:cNvPr>
          <p:cNvSpPr>
            <a:spLocks noGrp="1"/>
          </p:cNvSpPr>
          <p:nvPr/>
        </p:nvSpPr>
        <p:spPr>
          <a:xfrm>
            <a:off x="3067050" y="481965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25" name="footer-rule-7">
            <a:extLst>
              <a:ext uri="{FF2B5EF4-FFF2-40B4-BE49-F238E27FC236}">
                <a16:creationId xmlns:a16="http://schemas.microsoft.com/office/drawing/2014/main" id="{8064F24E-55B9-4324-A251-9744AFA37452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7" name="footer-page-7">
            <a:extLst>
              <a:ext uri="{FF2B5EF4-FFF2-40B4-BE49-F238E27FC236}">
                <a16:creationId xmlns:a16="http://schemas.microsoft.com/office/drawing/2014/main" id="{FBCEF0D7-E0CC-4B1F-9733-EAC0844447C7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17</a:t>
            </a:r>
          </a:p>
        </p:txBody>
      </p:sp>
      <p:pic>
        <p:nvPicPr>
          <p:cNvPr id="29" name="รูปภาพ 28" descr="The image displays a form or webpage with fields for user evaluation, including fields for name, contact email, job position, and educational field.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02033C73-AC08-62CF-F419-D9AD270B7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329" y="2577962"/>
            <a:ext cx="6078053" cy="295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976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ide-accent-8">
            <a:extLst>
              <a:ext uri="{FF2B5EF4-FFF2-40B4-BE49-F238E27FC236}">
                <a16:creationId xmlns:a16="http://schemas.microsoft.com/office/drawing/2014/main" id="{4FE0F47D-3E3E-4122-AC1F-CFC45FE5EA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8">
            <a:extLst>
              <a:ext uri="{FF2B5EF4-FFF2-40B4-BE49-F238E27FC236}">
                <a16:creationId xmlns:a16="http://schemas.microsoft.com/office/drawing/2014/main" id="{0F27A498-3EA1-4D0F-B993-AD0E43168CCA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014FA77E-9906-400B-A3B6-DE1DF5E4E9E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994D7D68-1FA6-4250-A6C4-D8DFF08EE35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85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67DDB22E-5A7A-4874-B0E8-3C9F9E06BBC6}"/>
              </a:ext>
            </a:extLst>
          </p:cNvPr>
          <p:cNvSpPr>
            <a:spLocks noGrp="1"/>
          </p:cNvSpPr>
          <p:nvPr/>
        </p:nvSpPr>
        <p:spPr>
          <a:xfrm>
            <a:off x="1771650" y="3505200"/>
            <a:ext cx="769620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F64EB688-3194-4C9F-8DA4-AC09826E17FE}"/>
              </a:ext>
            </a:extLst>
          </p:cNvPr>
          <p:cNvSpPr>
            <a:spLocks noGrp="1"/>
          </p:cNvSpPr>
          <p:nvPr/>
        </p:nvSpPr>
        <p:spPr>
          <a:xfrm>
            <a:off x="1600200" y="3009900"/>
            <a:ext cx="1028700" cy="10287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C4B8BF0A-4BAD-446C-A143-8DB9770DA1B0}"/>
              </a:ext>
            </a:extLst>
          </p:cNvPr>
          <p:cNvSpPr>
            <a:spLocks noGrp="1"/>
          </p:cNvSpPr>
          <p:nvPr/>
        </p:nvSpPr>
        <p:spPr>
          <a:xfrm>
            <a:off x="16002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F8113D44-E16F-48B4-AC13-6E8EF85E1643}"/>
              </a:ext>
            </a:extLst>
          </p:cNvPr>
          <p:cNvSpPr>
            <a:spLocks noGrp="1"/>
          </p:cNvSpPr>
          <p:nvPr/>
        </p:nvSpPr>
        <p:spPr>
          <a:xfrm>
            <a:off x="8191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0F527775-953D-47CC-8B7A-D0CD99D59052}"/>
              </a:ext>
            </a:extLst>
          </p:cNvPr>
          <p:cNvSpPr>
            <a:spLocks noGrp="1"/>
          </p:cNvSpPr>
          <p:nvPr/>
        </p:nvSpPr>
        <p:spPr>
          <a:xfrm>
            <a:off x="8572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วงรี 9">
            <a:extLst>
              <a:ext uri="{FF2B5EF4-FFF2-40B4-BE49-F238E27FC236}">
                <a16:creationId xmlns:a16="http://schemas.microsoft.com/office/drawing/2014/main" id="{68F9BF01-0E21-4997-B954-1DD94545072B}"/>
              </a:ext>
            </a:extLst>
          </p:cNvPr>
          <p:cNvSpPr>
            <a:spLocks noGrp="1"/>
          </p:cNvSpPr>
          <p:nvPr/>
        </p:nvSpPr>
        <p:spPr>
          <a:xfrm>
            <a:off x="4457700" y="3009900"/>
            <a:ext cx="1028700" cy="10287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72D50489-B37F-4250-B792-246BFF7714D0}"/>
              </a:ext>
            </a:extLst>
          </p:cNvPr>
          <p:cNvSpPr>
            <a:spLocks noGrp="1"/>
          </p:cNvSpPr>
          <p:nvPr/>
        </p:nvSpPr>
        <p:spPr>
          <a:xfrm>
            <a:off x="44577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C292A9EC-994F-4D34-A459-7C355575A7CB}"/>
              </a:ext>
            </a:extLst>
          </p:cNvPr>
          <p:cNvSpPr>
            <a:spLocks noGrp="1"/>
          </p:cNvSpPr>
          <p:nvPr/>
        </p:nvSpPr>
        <p:spPr>
          <a:xfrm>
            <a:off x="36766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6F362708-97F1-49EB-8F88-DBB1C726DBB6}"/>
              </a:ext>
            </a:extLst>
          </p:cNvPr>
          <p:cNvSpPr>
            <a:spLocks noGrp="1"/>
          </p:cNvSpPr>
          <p:nvPr/>
        </p:nvSpPr>
        <p:spPr>
          <a:xfrm>
            <a:off x="37147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วงรี 13">
            <a:extLst>
              <a:ext uri="{FF2B5EF4-FFF2-40B4-BE49-F238E27FC236}">
                <a16:creationId xmlns:a16="http://schemas.microsoft.com/office/drawing/2014/main" id="{40743ED6-BA12-4A6F-B845-8CF10FDE2A92}"/>
              </a:ext>
            </a:extLst>
          </p:cNvPr>
          <p:cNvSpPr>
            <a:spLocks noGrp="1"/>
          </p:cNvSpPr>
          <p:nvPr/>
        </p:nvSpPr>
        <p:spPr>
          <a:xfrm>
            <a:off x="7315200" y="3009900"/>
            <a:ext cx="1028700" cy="10287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FE494A4D-8B8B-4127-8021-87F5F9C6BB50}"/>
              </a:ext>
            </a:extLst>
          </p:cNvPr>
          <p:cNvSpPr>
            <a:spLocks noGrp="1"/>
          </p:cNvSpPr>
          <p:nvPr/>
        </p:nvSpPr>
        <p:spPr>
          <a:xfrm>
            <a:off x="73152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DDD46DAB-71CD-4363-B621-9B919AABAE67}"/>
              </a:ext>
            </a:extLst>
          </p:cNvPr>
          <p:cNvSpPr>
            <a:spLocks noGrp="1"/>
          </p:cNvSpPr>
          <p:nvPr/>
        </p:nvSpPr>
        <p:spPr>
          <a:xfrm>
            <a:off x="65341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744F02FE-1819-42E3-A559-F76314F4F762}"/>
              </a:ext>
            </a:extLst>
          </p:cNvPr>
          <p:cNvSpPr>
            <a:spLocks noGrp="1"/>
          </p:cNvSpPr>
          <p:nvPr/>
        </p:nvSpPr>
        <p:spPr>
          <a:xfrm>
            <a:off x="65722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วงรี 17">
            <a:extLst>
              <a:ext uri="{FF2B5EF4-FFF2-40B4-BE49-F238E27FC236}">
                <a16:creationId xmlns:a16="http://schemas.microsoft.com/office/drawing/2014/main" id="{3A8DEDEB-82A4-4FC4-96A5-FFB1E6592452}"/>
              </a:ext>
            </a:extLst>
          </p:cNvPr>
          <p:cNvSpPr>
            <a:spLocks noGrp="1"/>
          </p:cNvSpPr>
          <p:nvPr/>
        </p:nvSpPr>
        <p:spPr>
          <a:xfrm>
            <a:off x="10172700" y="3009900"/>
            <a:ext cx="1028700" cy="10287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71D149EB-D976-41FF-A0FE-5A720143CFDE}"/>
              </a:ext>
            </a:extLst>
          </p:cNvPr>
          <p:cNvSpPr>
            <a:spLocks noGrp="1"/>
          </p:cNvSpPr>
          <p:nvPr/>
        </p:nvSpPr>
        <p:spPr>
          <a:xfrm>
            <a:off x="10172700" y="3295650"/>
            <a:ext cx="1028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D4F50438-E334-407C-ADE0-3826F0C92089}"/>
              </a:ext>
            </a:extLst>
          </p:cNvPr>
          <p:cNvSpPr>
            <a:spLocks noGrp="1"/>
          </p:cNvSpPr>
          <p:nvPr/>
        </p:nvSpPr>
        <p:spPr>
          <a:xfrm>
            <a:off x="9391650" y="430530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65C122F5-9436-452E-80BD-C69B8FFA12B7}"/>
              </a:ext>
            </a:extLst>
          </p:cNvPr>
          <p:cNvSpPr>
            <a:spLocks noGrp="1"/>
          </p:cNvSpPr>
          <p:nvPr/>
        </p:nvSpPr>
        <p:spPr>
          <a:xfrm>
            <a:off x="9429750" y="4800600"/>
            <a:ext cx="25146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สี่เหลี่ยมผืนผ้า 21">
            <a:extLst>
              <a:ext uri="{FF2B5EF4-FFF2-40B4-BE49-F238E27FC236}">
                <a16:creationId xmlns:a16="http://schemas.microsoft.com/office/drawing/2014/main" id="{2551F265-408B-4B9E-AFF6-8888E749E21F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>
              <a:ext uri="{FF2B5EF4-FFF2-40B4-BE49-F238E27FC236}">
                <a16:creationId xmlns:a16="http://schemas.microsoft.com/office/drawing/2014/main" id="{E49B474A-FB7B-4C71-9CED-6F23EFB1C46A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5" name="footer-page-8">
            <a:extLst>
              <a:ext uri="{FF2B5EF4-FFF2-40B4-BE49-F238E27FC236}">
                <a16:creationId xmlns:a16="http://schemas.microsoft.com/office/drawing/2014/main" id="{BFDEE606-B5A4-4BB6-AAF4-EB8234463FC1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17</a:t>
            </a:r>
          </a:p>
        </p:txBody>
      </p:sp>
    </p:spTree>
    <p:extLst>
      <p:ext uri="{BB962C8B-B14F-4D97-AF65-F5344CB8AC3E}">
        <p14:creationId xmlns:p14="http://schemas.microsoft.com/office/powerpoint/2010/main" val="1753872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ide-accent-6">
            <a:extLst>
              <a:ext uri="{FF2B5EF4-FFF2-40B4-BE49-F238E27FC236}">
                <a16:creationId xmlns:a16="http://schemas.microsoft.com/office/drawing/2014/main" id="{511DBA63-1844-4E95-95F6-AB26A7F4B3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6">
            <a:extLst>
              <a:ext uri="{FF2B5EF4-FFF2-40B4-BE49-F238E27FC236}">
                <a16:creationId xmlns:a16="http://schemas.microsoft.com/office/drawing/2014/main" id="{E8DC5B25-63AB-4835-A084-3470148ECE6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กรอกข้อมูล  /  สายวิชาการ</a:t>
            </a:r>
          </a:p>
        </p:txBody>
      </p:sp>
      <p:sp>
        <p:nvSpPr>
          <p:cNvPr id="3" name="title-6">
            <a:extLst>
              <a:ext uri="{FF2B5EF4-FFF2-40B4-BE49-F238E27FC236}">
                <a16:creationId xmlns:a16="http://schemas.microsoft.com/office/drawing/2014/main" id="{69230694-89B5-4DB2-B577-E45DF7D3E20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กรอกข้อมูลตามรายการที่ได้รับมอบหมาย แล้วตรวจคะแนน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1341F5F3-73A6-4C9A-B15D-E1F5C06B2F37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609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ระบบแสดงรายการและเกณฑ์ไว้แล้ว ให้กรอกเฉพาะข้อมูลที่ตรงกับงานจริง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B3AE1C97-78CE-40C0-97F4-F5BE112BEF5C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26B12A56-919C-4F65-A668-7F500895F4FF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ข้อมูลเชิงปริมาณ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1465F21A-02C1-4875-8CEF-0FF7C3104B79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3028950" cy="28575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EA4A9BFB-AFA0-4126-AE6B-E086BB51F6FD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กรอกค่าผลงานจริง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ตรวจคะแนนที่ระบบคำนวณ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B2A796B7-369B-4A4B-A37A-F7D072DF7C5A}"/>
              </a:ext>
            </a:extLst>
          </p:cNvPr>
          <p:cNvSpPr>
            <a:spLocks noGrp="1"/>
          </p:cNvSpPr>
          <p:nvPr/>
        </p:nvSpPr>
        <p:spPr>
          <a:xfrm>
            <a:off x="424815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BC35CA37-26F7-48D5-9500-E22246E7B310}"/>
              </a:ext>
            </a:extLst>
          </p:cNvPr>
          <p:cNvSpPr>
            <a:spLocks noGrp="1"/>
          </p:cNvSpPr>
          <p:nvPr/>
        </p:nvSpPr>
        <p:spPr>
          <a:xfrm>
            <a:off x="424815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ข้อมูลเชิงคุณภาพ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A910A1F7-2C4C-4980-B459-204D498EC08D}"/>
              </a:ext>
            </a:extLst>
          </p:cNvPr>
          <p:cNvSpPr>
            <a:spLocks noGrp="1"/>
          </p:cNvSpPr>
          <p:nvPr/>
        </p:nvSpPr>
        <p:spPr>
          <a:xfrm>
            <a:off x="4248150" y="4191000"/>
            <a:ext cx="3028950" cy="28575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C756A083-A99B-493A-B31C-E195437AA0B8}"/>
              </a:ext>
            </a:extLst>
          </p:cNvPr>
          <p:cNvSpPr>
            <a:spLocks noGrp="1"/>
          </p:cNvSpPr>
          <p:nvPr/>
        </p:nvSpPr>
        <p:spPr>
          <a:xfrm>
            <a:off x="424815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ทำเครื่องหมายรายการที่ทำได้จริง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ระบบให้คะแนนตามเกณฑ์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198273E0-8F56-4E46-BEA1-0FB057C6E40A}"/>
              </a:ext>
            </a:extLst>
          </p:cNvPr>
          <p:cNvSpPr>
            <a:spLocks noGrp="1"/>
          </p:cNvSpPr>
          <p:nvPr/>
        </p:nvSpPr>
        <p:spPr>
          <a:xfrm>
            <a:off x="7886700" y="3105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D27FB78A-9AEF-4CD3-8398-19F26FC8DD65}"/>
              </a:ext>
            </a:extLst>
          </p:cNvPr>
          <p:cNvSpPr>
            <a:spLocks noGrp="1"/>
          </p:cNvSpPr>
          <p:nvPr/>
        </p:nvSpPr>
        <p:spPr>
          <a:xfrm>
            <a:off x="7886700" y="3638550"/>
            <a:ext cx="3028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หลักฐานและบันทึก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6C2DD88F-168E-42E9-BFE5-50EEE30F9D65}"/>
              </a:ext>
            </a:extLst>
          </p:cNvPr>
          <p:cNvSpPr>
            <a:spLocks noGrp="1"/>
          </p:cNvSpPr>
          <p:nvPr/>
        </p:nvSpPr>
        <p:spPr>
          <a:xfrm>
            <a:off x="7886700" y="4191000"/>
            <a:ext cx="3028950" cy="28575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2C76DE6E-8381-4A12-A71D-DA26702459A3}"/>
              </a:ext>
            </a:extLst>
          </p:cNvPr>
          <p:cNvSpPr>
            <a:spLocks noGrp="1"/>
          </p:cNvSpPr>
          <p:nvPr/>
        </p:nvSpPr>
        <p:spPr>
          <a:xfrm>
            <a:off x="7886700" y="4476750"/>
            <a:ext cx="30289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แนบลิงก์หลักฐานตามรายการ</a:t>
            </a: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ตรวจแล้วกดบันทึก</a:t>
            </a:r>
          </a:p>
        </p:txBody>
      </p:sp>
      <p:sp>
        <p:nvSpPr>
          <p:cNvPr id="17" name="สี่เหลี่ยมผืนผ้า: มุมมน 16">
            <a:extLst>
              <a:ext uri="{FF2B5EF4-FFF2-40B4-BE49-F238E27FC236}">
                <a16:creationId xmlns:a16="http://schemas.microsoft.com/office/drawing/2014/main" id="{10215936-A1A0-4C6E-AB15-FCF92380F1A5}"/>
              </a:ext>
            </a:extLst>
          </p:cNvPr>
          <p:cNvSpPr>
            <a:spLocks noGrp="1"/>
          </p:cNvSpPr>
          <p:nvPr/>
        </p:nvSpPr>
        <p:spPr>
          <a:xfrm>
            <a:off x="8572500" y="1866900"/>
            <a:ext cx="3009900" cy="781050"/>
          </a:xfrm>
          <a:prstGeom prst="roundRect">
            <a:avLst>
              <a:gd name="adj" fmla="val 9756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B0D47A8F-134E-4C3A-9FE5-5B378E3C7BF7}"/>
              </a:ext>
            </a:extLst>
          </p:cNvPr>
          <p:cNvSpPr>
            <a:spLocks noGrp="1"/>
          </p:cNvSpPr>
          <p:nvPr/>
        </p:nvSpPr>
        <p:spPr>
          <a:xfrm>
            <a:off x="8839200" y="1990725"/>
            <a:ext cx="2476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ก่อนกดบันทึก</a:t>
            </a:r>
          </a:p>
        </p:txBody>
      </p:sp>
      <p:sp>
        <p:nvSpPr>
          <p:cNvPr id="19" name="footer-rule-6">
            <a:extLst>
              <a:ext uri="{FF2B5EF4-FFF2-40B4-BE49-F238E27FC236}">
                <a16:creationId xmlns:a16="http://schemas.microsoft.com/office/drawing/2014/main" id="{3B00B5E3-9503-48E5-B91A-748032316FBA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1" name="footer-page-6">
            <a:extLst>
              <a:ext uri="{FF2B5EF4-FFF2-40B4-BE49-F238E27FC236}">
                <a16:creationId xmlns:a16="http://schemas.microsoft.com/office/drawing/2014/main" id="{9F7D1429-BD37-486F-BEE4-A06D0BB1A70F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17</a:t>
            </a:r>
          </a:p>
        </p:txBody>
      </p:sp>
    </p:spTree>
    <p:extLst>
      <p:ext uri="{BB962C8B-B14F-4D97-AF65-F5344CB8AC3E}">
        <p14:creationId xmlns:p14="http://schemas.microsoft.com/office/powerpoint/2010/main" val="1233449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ide-accent-11">
            <a:extLst>
              <a:ext uri="{FF2B5EF4-FFF2-40B4-BE49-F238E27FC236}">
                <a16:creationId xmlns:a16="http://schemas.microsoft.com/office/drawing/2014/main" id="{822C1089-E268-4676-B42F-D3910D9EB5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1">
            <a:extLst>
              <a:ext uri="{FF2B5EF4-FFF2-40B4-BE49-F238E27FC236}">
                <a16:creationId xmlns:a16="http://schemas.microsoft.com/office/drawing/2014/main" id="{AED4B9E9-490C-4BF3-BD27-D6117D049FD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>
              <a:ext uri="{FF2B5EF4-FFF2-40B4-BE49-F238E27FC236}">
                <a16:creationId xmlns:a16="http://schemas.microsoft.com/office/drawing/2014/main" id="{C2024E65-737B-4604-91A8-59B62E6E059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129E957F-89FA-48D1-AB9A-9F190189262B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8477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C67F6A78-06C3-4C9C-855E-8A9ACCDF64A7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495300" cy="4953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9789766D-037A-4418-9934-6BD8A6D40AB9}"/>
              </a:ext>
            </a:extLst>
          </p:cNvPr>
          <p:cNvSpPr>
            <a:spLocks noGrp="1"/>
          </p:cNvSpPr>
          <p:nvPr/>
        </p:nvSpPr>
        <p:spPr>
          <a:xfrm>
            <a:off x="609600" y="284797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C65FA5AA-883A-4B4D-A253-6E37A8FBC0FE}"/>
              </a:ext>
            </a:extLst>
          </p:cNvPr>
          <p:cNvSpPr>
            <a:spLocks noGrp="1"/>
          </p:cNvSpPr>
          <p:nvPr/>
        </p:nvSpPr>
        <p:spPr>
          <a:xfrm>
            <a:off x="1390650" y="27622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6DF7B4D8-F099-4810-B3FE-0BF77CB356B7}"/>
              </a:ext>
            </a:extLst>
          </p:cNvPr>
          <p:cNvSpPr>
            <a:spLocks noGrp="1"/>
          </p:cNvSpPr>
          <p:nvPr/>
        </p:nvSpPr>
        <p:spPr>
          <a:xfrm>
            <a:off x="4476750" y="278130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E95A8A2B-4BA5-4149-B51D-0E128A0AFEDE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495300" cy="4953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79730703-B819-45F5-8010-ED71C5ED6577}"/>
              </a:ext>
            </a:extLst>
          </p:cNvPr>
          <p:cNvSpPr>
            <a:spLocks noGrp="1"/>
          </p:cNvSpPr>
          <p:nvPr/>
        </p:nvSpPr>
        <p:spPr>
          <a:xfrm>
            <a:off x="609600" y="378142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7E947044-7A8E-4BD6-81B3-E17D5AA63948}"/>
              </a:ext>
            </a:extLst>
          </p:cNvPr>
          <p:cNvSpPr>
            <a:spLocks noGrp="1"/>
          </p:cNvSpPr>
          <p:nvPr/>
        </p:nvSpPr>
        <p:spPr>
          <a:xfrm>
            <a:off x="1390650" y="36957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1CA45362-0076-41AB-B184-D8953423A4C6}"/>
              </a:ext>
            </a:extLst>
          </p:cNvPr>
          <p:cNvSpPr>
            <a:spLocks noGrp="1"/>
          </p:cNvSpPr>
          <p:nvPr/>
        </p:nvSpPr>
        <p:spPr>
          <a:xfrm>
            <a:off x="4476750" y="371475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B73FD503-09D4-4D58-B8A2-A62B056C3E14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495300" cy="4953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5158B848-037B-4066-8721-E34D717DC21F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49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8E9DF60C-1D66-4A48-B6C0-40845DDE2AE0}"/>
              </a:ext>
            </a:extLst>
          </p:cNvPr>
          <p:cNvSpPr>
            <a:spLocks noGrp="1"/>
          </p:cNvSpPr>
          <p:nvPr/>
        </p:nvSpPr>
        <p:spPr>
          <a:xfrm>
            <a:off x="1390650" y="46291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ตรวจสอบได้ชัดเจน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C5355FF2-AED7-4C4A-A80C-D99B4B8634C5}"/>
              </a:ext>
            </a:extLst>
          </p:cNvPr>
          <p:cNvSpPr>
            <a:spLocks noGrp="1"/>
          </p:cNvSpPr>
          <p:nvPr/>
        </p:nvSpPr>
        <p:spPr>
          <a:xfrm>
            <a:off x="4476750" y="4648200"/>
            <a:ext cx="6572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เปิดลิงก์แล้วรู้ว่าเป็นหลักฐานของรายการใด</a:t>
            </a:r>
          </a:p>
        </p:txBody>
      </p:sp>
      <p:sp>
        <p:nvSpPr>
          <p:cNvPr id="17" name="สี่เหลี่ยมผืนผ้า: มุมมน 16">
            <a:extLst>
              <a:ext uri="{FF2B5EF4-FFF2-40B4-BE49-F238E27FC236}">
                <a16:creationId xmlns:a16="http://schemas.microsoft.com/office/drawing/2014/main" id="{8AEE2F58-3396-49AD-8B43-13EC8CA12B17}"/>
              </a:ext>
            </a:extLst>
          </p:cNvPr>
          <p:cNvSpPr>
            <a:spLocks noGrp="1"/>
          </p:cNvSpPr>
          <p:nvPr/>
        </p:nvSpPr>
        <p:spPr>
          <a:xfrm>
            <a:off x="8058150" y="5124450"/>
            <a:ext cx="3524250" cy="685800"/>
          </a:xfrm>
          <a:prstGeom prst="roundRect">
            <a:avLst>
              <a:gd name="adj" fmla="val 11111"/>
            </a:avLst>
          </a:prstGeom>
          <a:solidFill>
            <a:srgbClr val="E9ECFB"/>
          </a:solidFill>
          <a:ln w="9525">
            <a:solidFill>
              <a:srgbClr val="4356C7"/>
            </a:solidFill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FFE076BD-8449-41EA-9E50-63452E2A35B1}"/>
              </a:ext>
            </a:extLst>
          </p:cNvPr>
          <p:cNvSpPr>
            <a:spLocks noGrp="1"/>
          </p:cNvSpPr>
          <p:nvPr/>
        </p:nvSpPr>
        <p:spPr>
          <a:xfrm>
            <a:off x="8305800" y="5219700"/>
            <a:ext cx="3028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>
              <a:ext uri="{FF2B5EF4-FFF2-40B4-BE49-F238E27FC236}">
                <a16:creationId xmlns:a16="http://schemas.microsoft.com/office/drawing/2014/main" id="{005C6DC7-9351-43EC-BF4C-F707A6400FDC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1" name="footer-page-11">
            <a:extLst>
              <a:ext uri="{FF2B5EF4-FFF2-40B4-BE49-F238E27FC236}">
                <a16:creationId xmlns:a16="http://schemas.microsoft.com/office/drawing/2014/main" id="{5B06FBD3-E8F2-422E-8A6F-560EB70CB94F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17</a:t>
            </a:r>
          </a:p>
        </p:txBody>
      </p:sp>
    </p:spTree>
    <p:extLst>
      <p:ext uri="{BB962C8B-B14F-4D97-AF65-F5344CB8AC3E}">
        <p14:creationId xmlns:p14="http://schemas.microsoft.com/office/powerpoint/2010/main" val="2038656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ide-accent-12">
            <a:extLst>
              <a:ext uri="{FF2B5EF4-FFF2-40B4-BE49-F238E27FC236}">
                <a16:creationId xmlns:a16="http://schemas.microsoft.com/office/drawing/2014/main" id="{FCACF24F-AA80-4772-A0DE-3665EC3C86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2">
            <a:extLst>
              <a:ext uri="{FF2B5EF4-FFF2-40B4-BE49-F238E27FC236}">
                <a16:creationId xmlns:a16="http://schemas.microsoft.com/office/drawing/2014/main" id="{F897A959-08A4-44E6-889C-8D5A525B3191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>
              <a:ext uri="{FF2B5EF4-FFF2-40B4-BE49-F238E27FC236}">
                <a16:creationId xmlns:a16="http://schemas.microsoft.com/office/drawing/2014/main" id="{0B5716BA-BF55-457C-B1CD-B53BD4A55D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>
              <a:ext uri="{FF2B5EF4-FFF2-40B4-BE49-F238E27FC236}">
                <a16:creationId xmlns:a16="http://schemas.microsoft.com/office/drawing/2014/main" id="{A02584B7-D3AA-4F43-80D4-E82FD4CFA358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4953000" cy="2914650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9525">
            <a:solidFill>
              <a:srgbClr val="D8E0E7"/>
            </a:solidFill>
            <a:prstDash val="solid"/>
          </a:ln>
        </p:spPr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2128617F-5E64-482E-9F29-15371161A310}"/>
              </a:ext>
            </a:extLst>
          </p:cNvPr>
          <p:cNvSpPr>
            <a:spLocks noGrp="1"/>
          </p:cNvSpPr>
          <p:nvPr/>
        </p:nvSpPr>
        <p:spPr>
          <a:xfrm>
            <a:off x="971550" y="26860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02643DE8-0B74-423A-8842-01809758801E}"/>
              </a:ext>
            </a:extLst>
          </p:cNvPr>
          <p:cNvSpPr>
            <a:spLocks noGrp="1"/>
          </p:cNvSpPr>
          <p:nvPr/>
        </p:nvSpPr>
        <p:spPr>
          <a:xfrm>
            <a:off x="971550" y="3486150"/>
            <a:ext cx="40386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>
              <a:ext uri="{FF2B5EF4-FFF2-40B4-BE49-F238E27FC236}">
                <a16:creationId xmlns:a16="http://schemas.microsoft.com/office/drawing/2014/main" id="{F8ACC95C-4B32-4213-B45A-1AD2BD3F1F79}"/>
              </a:ext>
            </a:extLst>
          </p:cNvPr>
          <p:cNvSpPr>
            <a:spLocks noGrp="1"/>
          </p:cNvSpPr>
          <p:nvPr/>
        </p:nvSpPr>
        <p:spPr>
          <a:xfrm>
            <a:off x="6019800" y="2343150"/>
            <a:ext cx="5562600" cy="2914650"/>
          </a:xfrm>
          <a:prstGeom prst="roundRect">
            <a:avLst>
              <a:gd name="adj" fmla="val 2614"/>
            </a:avLst>
          </a:prstGeom>
          <a:solidFill>
            <a:srgbClr val="E9ECFB"/>
          </a:solidFill>
          <a:ln w="19050">
            <a:solidFill>
              <a:srgbClr val="4356C7"/>
            </a:solidFill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A89954FC-040A-4F24-A539-E3B64AFB8F93}"/>
              </a:ext>
            </a:extLst>
          </p:cNvPr>
          <p:cNvSpPr>
            <a:spLocks noGrp="1"/>
          </p:cNvSpPr>
          <p:nvPr/>
        </p:nvSpPr>
        <p:spPr>
          <a:xfrm>
            <a:off x="6419850" y="26860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B8D5D2AA-74F6-4027-88EB-4CC85D1903E4}"/>
              </a:ext>
            </a:extLst>
          </p:cNvPr>
          <p:cNvSpPr>
            <a:spLocks noGrp="1"/>
          </p:cNvSpPr>
          <p:nvPr/>
        </p:nvSpPr>
        <p:spPr>
          <a:xfrm>
            <a:off x="6419850" y="3486150"/>
            <a:ext cx="46863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1" name="footer-rule-12">
            <a:extLst>
              <a:ext uri="{FF2B5EF4-FFF2-40B4-BE49-F238E27FC236}">
                <a16:creationId xmlns:a16="http://schemas.microsoft.com/office/drawing/2014/main" id="{65F12010-2200-4A84-870E-9287F2D93973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3" name="footer-page-12">
            <a:extLst>
              <a:ext uri="{FF2B5EF4-FFF2-40B4-BE49-F238E27FC236}">
                <a16:creationId xmlns:a16="http://schemas.microsoft.com/office/drawing/2014/main" id="{F6808344-B338-474D-BE40-138DAF6F3CE4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17</a:t>
            </a:r>
          </a:p>
        </p:txBody>
      </p:sp>
    </p:spTree>
    <p:extLst>
      <p:ext uri="{BB962C8B-B14F-4D97-AF65-F5344CB8AC3E}">
        <p14:creationId xmlns:p14="http://schemas.microsoft.com/office/powerpoint/2010/main" val="2052014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ide-accent-13">
            <a:extLst>
              <a:ext uri="{FF2B5EF4-FFF2-40B4-BE49-F238E27FC236}">
                <a16:creationId xmlns:a16="http://schemas.microsoft.com/office/drawing/2014/main" id="{02E6A072-9048-40CA-9EBE-F1F1A08949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3">
            <a:extLst>
              <a:ext uri="{FF2B5EF4-FFF2-40B4-BE49-F238E27FC236}">
                <a16:creationId xmlns:a16="http://schemas.microsoft.com/office/drawing/2014/main" id="{5C6DF204-9ADB-48D9-BFF1-9098F8FB0B41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>
              <a:ext uri="{FF2B5EF4-FFF2-40B4-BE49-F238E27FC236}">
                <a16:creationId xmlns:a16="http://schemas.microsoft.com/office/drawing/2014/main" id="{7C30150E-1EA6-4A23-AE00-DF78A6C26A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4FABC7F2-D7DC-4764-9D3A-C42BF281251B}"/>
              </a:ext>
            </a:extLst>
          </p:cNvPr>
          <p:cNvSpPr>
            <a:spLocks noGrp="1"/>
          </p:cNvSpPr>
          <p:nvPr/>
        </p:nvSpPr>
        <p:spPr>
          <a:xfrm>
            <a:off x="1352550" y="3486150"/>
            <a:ext cx="8801100" cy="476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128AB717-B38B-4185-9E1B-FC74F9464DBC}"/>
              </a:ext>
            </a:extLst>
          </p:cNvPr>
          <p:cNvSpPr>
            <a:spLocks noGrp="1"/>
          </p:cNvSpPr>
          <p:nvPr/>
        </p:nvSpPr>
        <p:spPr>
          <a:xfrm>
            <a:off x="1390650" y="3048000"/>
            <a:ext cx="895350" cy="895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3F2077BA-9F2D-40F8-82B2-64D9FD1756CB}"/>
              </a:ext>
            </a:extLst>
          </p:cNvPr>
          <p:cNvSpPr>
            <a:spLocks noGrp="1"/>
          </p:cNvSpPr>
          <p:nvPr/>
        </p:nvSpPr>
        <p:spPr>
          <a:xfrm>
            <a:off x="13906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D9A74E68-002E-4A60-8D79-569A116C2536}"/>
              </a:ext>
            </a:extLst>
          </p:cNvPr>
          <p:cNvSpPr>
            <a:spLocks noGrp="1"/>
          </p:cNvSpPr>
          <p:nvPr/>
        </p:nvSpPr>
        <p:spPr>
          <a:xfrm>
            <a:off x="7810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144373F5-7130-4132-AA06-76A9493DDA56}"/>
              </a:ext>
            </a:extLst>
          </p:cNvPr>
          <p:cNvSpPr>
            <a:spLocks noGrp="1"/>
          </p:cNvSpPr>
          <p:nvPr/>
        </p:nvSpPr>
        <p:spPr>
          <a:xfrm>
            <a:off x="7239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0BDA81F3-EB87-4FBA-B5FC-C9BCD98012E3}"/>
              </a:ext>
            </a:extLst>
          </p:cNvPr>
          <p:cNvSpPr>
            <a:spLocks noGrp="1"/>
          </p:cNvSpPr>
          <p:nvPr/>
        </p:nvSpPr>
        <p:spPr>
          <a:xfrm>
            <a:off x="4171950" y="3048000"/>
            <a:ext cx="895350" cy="895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A80CE0C4-AD95-409B-AD55-3D571E67F96E}"/>
              </a:ext>
            </a:extLst>
          </p:cNvPr>
          <p:cNvSpPr>
            <a:spLocks noGrp="1"/>
          </p:cNvSpPr>
          <p:nvPr/>
        </p:nvSpPr>
        <p:spPr>
          <a:xfrm>
            <a:off x="41719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3BD1E5AD-7FF9-4C0C-AB82-4A1FE462CB5F}"/>
              </a:ext>
            </a:extLst>
          </p:cNvPr>
          <p:cNvSpPr>
            <a:spLocks noGrp="1"/>
          </p:cNvSpPr>
          <p:nvPr/>
        </p:nvSpPr>
        <p:spPr>
          <a:xfrm>
            <a:off x="35623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4049A9FD-6626-4813-B0E9-3F23317BAE3E}"/>
              </a:ext>
            </a:extLst>
          </p:cNvPr>
          <p:cNvSpPr>
            <a:spLocks noGrp="1"/>
          </p:cNvSpPr>
          <p:nvPr/>
        </p:nvSpPr>
        <p:spPr>
          <a:xfrm>
            <a:off x="35052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40B580D9-139B-4621-B7C0-1FE346F8C7D4}"/>
              </a:ext>
            </a:extLst>
          </p:cNvPr>
          <p:cNvSpPr>
            <a:spLocks noGrp="1"/>
          </p:cNvSpPr>
          <p:nvPr/>
        </p:nvSpPr>
        <p:spPr>
          <a:xfrm>
            <a:off x="6953250" y="3048000"/>
            <a:ext cx="895350" cy="895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6B805B21-525F-46C8-92D0-6E47E9776AD7}"/>
              </a:ext>
            </a:extLst>
          </p:cNvPr>
          <p:cNvSpPr>
            <a:spLocks noGrp="1"/>
          </p:cNvSpPr>
          <p:nvPr/>
        </p:nvSpPr>
        <p:spPr>
          <a:xfrm>
            <a:off x="69532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947226E3-2AA1-48D2-9105-DAF00BA1A05F}"/>
              </a:ext>
            </a:extLst>
          </p:cNvPr>
          <p:cNvSpPr>
            <a:spLocks noGrp="1"/>
          </p:cNvSpPr>
          <p:nvPr/>
        </p:nvSpPr>
        <p:spPr>
          <a:xfrm>
            <a:off x="63436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BCA98603-1D38-4720-80C4-A04B46B820CB}"/>
              </a:ext>
            </a:extLst>
          </p:cNvPr>
          <p:cNvSpPr>
            <a:spLocks noGrp="1"/>
          </p:cNvSpPr>
          <p:nvPr/>
        </p:nvSpPr>
        <p:spPr>
          <a:xfrm>
            <a:off x="62865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วงรี 16">
            <a:extLst>
              <a:ext uri="{FF2B5EF4-FFF2-40B4-BE49-F238E27FC236}">
                <a16:creationId xmlns:a16="http://schemas.microsoft.com/office/drawing/2014/main" id="{B6F384BD-4235-45E8-A563-D0919E4EB6FD}"/>
              </a:ext>
            </a:extLst>
          </p:cNvPr>
          <p:cNvSpPr>
            <a:spLocks noGrp="1"/>
          </p:cNvSpPr>
          <p:nvPr/>
        </p:nvSpPr>
        <p:spPr>
          <a:xfrm>
            <a:off x="9734550" y="3048000"/>
            <a:ext cx="895350" cy="8953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74E875DC-ED3E-42BF-8B02-16E08DAA74E1}"/>
              </a:ext>
            </a:extLst>
          </p:cNvPr>
          <p:cNvSpPr>
            <a:spLocks noGrp="1"/>
          </p:cNvSpPr>
          <p:nvPr/>
        </p:nvSpPr>
        <p:spPr>
          <a:xfrm>
            <a:off x="9734550" y="3295650"/>
            <a:ext cx="89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E690ECAD-6012-4210-8360-000F5B744CF3}"/>
              </a:ext>
            </a:extLst>
          </p:cNvPr>
          <p:cNvSpPr>
            <a:spLocks noGrp="1"/>
          </p:cNvSpPr>
          <p:nvPr/>
        </p:nvSpPr>
        <p:spPr>
          <a:xfrm>
            <a:off x="9124950" y="4210050"/>
            <a:ext cx="2114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BA889C7C-D867-4C08-AE85-BD7FF219894E}"/>
              </a:ext>
            </a:extLst>
          </p:cNvPr>
          <p:cNvSpPr>
            <a:spLocks noGrp="1"/>
          </p:cNvSpPr>
          <p:nvPr/>
        </p:nvSpPr>
        <p:spPr>
          <a:xfrm>
            <a:off x="9067800" y="4705350"/>
            <a:ext cx="22288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สี่เหลี่ยมผืนผ้า 20">
            <a:extLst>
              <a:ext uri="{FF2B5EF4-FFF2-40B4-BE49-F238E27FC236}">
                <a16:creationId xmlns:a16="http://schemas.microsoft.com/office/drawing/2014/main" id="{E17977F6-01EB-470D-A708-07D98A3FA362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838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>
              <a:ext uri="{FF2B5EF4-FFF2-40B4-BE49-F238E27FC236}">
                <a16:creationId xmlns:a16="http://schemas.microsoft.com/office/drawing/2014/main" id="{A27E8301-1CF0-47CF-8F62-D8528182AAE0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4" name="footer-page-13">
            <a:extLst>
              <a:ext uri="{FF2B5EF4-FFF2-40B4-BE49-F238E27FC236}">
                <a16:creationId xmlns:a16="http://schemas.microsoft.com/office/drawing/2014/main" id="{5A9F7C9A-AF32-4DB9-84AC-86E10B1D1EA0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619624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ide-accent-14">
            <a:extLst>
              <a:ext uri="{FF2B5EF4-FFF2-40B4-BE49-F238E27FC236}">
                <a16:creationId xmlns:a16="http://schemas.microsoft.com/office/drawing/2014/main" id="{A11172F1-7E92-49DD-8EE6-2D096C21A9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4">
            <a:extLst>
              <a:ext uri="{FF2B5EF4-FFF2-40B4-BE49-F238E27FC236}">
                <a16:creationId xmlns:a16="http://schemas.microsoft.com/office/drawing/2014/main" id="{9AFA4924-D60D-4B99-9840-904B22BB209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>
              <a:ext uri="{FF2B5EF4-FFF2-40B4-BE49-F238E27FC236}">
                <a16:creationId xmlns:a16="http://schemas.microsoft.com/office/drawing/2014/main" id="{06605C9A-CE21-494B-92E3-72FAD7F1C31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BA205457-4FC6-488F-A4A4-DF6BC953FD8B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E2863707-0073-499F-A7DC-E935F996BBC4}"/>
              </a:ext>
            </a:extLst>
          </p:cNvPr>
          <p:cNvSpPr>
            <a:spLocks noGrp="1"/>
          </p:cNvSpPr>
          <p:nvPr/>
        </p:nvSpPr>
        <p:spPr>
          <a:xfrm>
            <a:off x="1428750" y="20383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69B5BA5F-22C4-4AA8-B669-D640F6B20800}"/>
              </a:ext>
            </a:extLst>
          </p:cNvPr>
          <p:cNvSpPr>
            <a:spLocks noGrp="1"/>
          </p:cNvSpPr>
          <p:nvPr/>
        </p:nvSpPr>
        <p:spPr>
          <a:xfrm>
            <a:off x="4305300" y="20764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FE6CD381-7EA1-4D11-80D9-1A7AB1926A25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D63145A7-D174-44B1-B9CA-191360CD80E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9624A4A0-BB18-45AA-AA09-8D4CAD1B4927}"/>
              </a:ext>
            </a:extLst>
          </p:cNvPr>
          <p:cNvSpPr>
            <a:spLocks noGrp="1"/>
          </p:cNvSpPr>
          <p:nvPr/>
        </p:nvSpPr>
        <p:spPr>
          <a:xfrm>
            <a:off x="1428750" y="29337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16916672-FFB0-4F00-A642-4D75EB630E49}"/>
              </a:ext>
            </a:extLst>
          </p:cNvPr>
          <p:cNvSpPr>
            <a:spLocks noGrp="1"/>
          </p:cNvSpPr>
          <p:nvPr/>
        </p:nvSpPr>
        <p:spPr>
          <a:xfrm>
            <a:off x="4305300" y="297180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15ED2FF4-D41F-477A-81BE-7C57E0BDF5AD}"/>
              </a:ext>
            </a:extLst>
          </p:cNvPr>
          <p:cNvSpPr>
            <a:spLocks noGrp="1"/>
          </p:cNvSpPr>
          <p:nvPr/>
        </p:nvSpPr>
        <p:spPr>
          <a:xfrm>
            <a:off x="1428750" y="356235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A49EF7A8-4EE6-4E5A-9993-5F075A7929B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8C7E6134-7705-4E6C-99AC-C2E83019EBB1}"/>
              </a:ext>
            </a:extLst>
          </p:cNvPr>
          <p:cNvSpPr>
            <a:spLocks noGrp="1"/>
          </p:cNvSpPr>
          <p:nvPr/>
        </p:nvSpPr>
        <p:spPr>
          <a:xfrm>
            <a:off x="1428750" y="38290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266A0557-3A12-4522-9A49-35D34C79D9A3}"/>
              </a:ext>
            </a:extLst>
          </p:cNvPr>
          <p:cNvSpPr>
            <a:spLocks noGrp="1"/>
          </p:cNvSpPr>
          <p:nvPr/>
        </p:nvSpPr>
        <p:spPr>
          <a:xfrm>
            <a:off x="4305300" y="38671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250E4A9B-0A32-4FCA-BCF5-FA59C994E3A7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973455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18A9ABD8-C921-4F89-8A48-2D373B4C04C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7FAF5E30-E292-413D-B1BD-4E5D44BA6428}"/>
              </a:ext>
            </a:extLst>
          </p:cNvPr>
          <p:cNvSpPr>
            <a:spLocks noGrp="1"/>
          </p:cNvSpPr>
          <p:nvPr/>
        </p:nvSpPr>
        <p:spPr>
          <a:xfrm>
            <a:off x="1428750" y="472440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30064575-0250-4C00-9E97-31A3BA48C996}"/>
              </a:ext>
            </a:extLst>
          </p:cNvPr>
          <p:cNvSpPr>
            <a:spLocks noGrp="1"/>
          </p:cNvSpPr>
          <p:nvPr/>
        </p:nvSpPr>
        <p:spPr>
          <a:xfrm>
            <a:off x="4305300" y="476250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สี่เหลี่ยมผืนผ้า: มุมมน 18">
            <a:extLst>
              <a:ext uri="{FF2B5EF4-FFF2-40B4-BE49-F238E27FC236}">
                <a16:creationId xmlns:a16="http://schemas.microsoft.com/office/drawing/2014/main" id="{E6564055-4D8C-4DE0-BB7C-1069C7A01685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972800" cy="476250"/>
          </a:xfrm>
          <a:prstGeom prst="roundRect">
            <a:avLst>
              <a:gd name="adj" fmla="val 16000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B199D2EA-92E3-46D4-945A-603545A50F32}"/>
              </a:ext>
            </a:extLst>
          </p:cNvPr>
          <p:cNvSpPr>
            <a:spLocks noGrp="1"/>
          </p:cNvSpPr>
          <p:nvPr/>
        </p:nvSpPr>
        <p:spPr>
          <a:xfrm>
            <a:off x="838200" y="5838825"/>
            <a:ext cx="10515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>
              <a:ext uri="{FF2B5EF4-FFF2-40B4-BE49-F238E27FC236}">
                <a16:creationId xmlns:a16="http://schemas.microsoft.com/office/drawing/2014/main" id="{51492C18-E591-49D6-A8C7-A7E2EB7C6EA1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3" name="footer-page-14">
            <a:extLst>
              <a:ext uri="{FF2B5EF4-FFF2-40B4-BE49-F238E27FC236}">
                <a16:creationId xmlns:a16="http://schemas.microsoft.com/office/drawing/2014/main" id="{52A3D4CC-67BF-43E7-9AC3-EEF5F568BD1A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886921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ide-accent-15">
            <a:extLst>
              <a:ext uri="{FF2B5EF4-FFF2-40B4-BE49-F238E27FC236}">
                <a16:creationId xmlns:a16="http://schemas.microsoft.com/office/drawing/2014/main" id="{0A85E8AE-B42E-41B3-9018-A48A55D319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5">
            <a:extLst>
              <a:ext uri="{FF2B5EF4-FFF2-40B4-BE49-F238E27FC236}">
                <a16:creationId xmlns:a16="http://schemas.microsoft.com/office/drawing/2014/main" id="{584D6BE3-10B5-4942-B663-68DEA10E0835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>
              <a:ext uri="{FF2B5EF4-FFF2-40B4-BE49-F238E27FC236}">
                <a16:creationId xmlns:a16="http://schemas.microsoft.com/office/drawing/2014/main" id="{AA77C788-2133-4D2D-BA62-324E14A641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807DFCF1-F38E-4767-87E5-511041F08A29}"/>
              </a:ext>
            </a:extLst>
          </p:cNvPr>
          <p:cNvSpPr>
            <a:spLocks noGrp="1"/>
          </p:cNvSpPr>
          <p:nvPr/>
        </p:nvSpPr>
        <p:spPr>
          <a:xfrm>
            <a:off x="1695450" y="3457575"/>
            <a:ext cx="7658100" cy="571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5" name="วงรี 4">
            <a:extLst>
              <a:ext uri="{FF2B5EF4-FFF2-40B4-BE49-F238E27FC236}">
                <a16:creationId xmlns:a16="http://schemas.microsoft.com/office/drawing/2014/main" id="{7EA3556E-1B4E-444A-9C2A-5BC8D2E7F00F}"/>
              </a:ext>
            </a:extLst>
          </p:cNvPr>
          <p:cNvSpPr>
            <a:spLocks noGrp="1"/>
          </p:cNvSpPr>
          <p:nvPr/>
        </p:nvSpPr>
        <p:spPr>
          <a:xfrm>
            <a:off x="1657350" y="2914650"/>
            <a:ext cx="1104900" cy="11049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E63C7B0D-5874-49A6-9E70-791EAF851316}"/>
              </a:ext>
            </a:extLst>
          </p:cNvPr>
          <p:cNvSpPr>
            <a:spLocks noGrp="1"/>
          </p:cNvSpPr>
          <p:nvPr/>
        </p:nvSpPr>
        <p:spPr>
          <a:xfrm>
            <a:off x="165735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8371A605-6218-41F4-A6E7-0C2928304A6E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2AEE4260-272F-4E8C-9F8B-E46B0A65BF13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AE239C08-2870-42A5-B3D3-A18DEA285D7C}"/>
              </a:ext>
            </a:extLst>
          </p:cNvPr>
          <p:cNvSpPr>
            <a:spLocks noGrp="1"/>
          </p:cNvSpPr>
          <p:nvPr/>
        </p:nvSpPr>
        <p:spPr>
          <a:xfrm>
            <a:off x="5334000" y="2914650"/>
            <a:ext cx="1104900" cy="110490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97BAF11D-F626-4D18-863F-AC9884FE47C3}"/>
              </a:ext>
            </a:extLst>
          </p:cNvPr>
          <p:cNvSpPr>
            <a:spLocks noGrp="1"/>
          </p:cNvSpPr>
          <p:nvPr/>
        </p:nvSpPr>
        <p:spPr>
          <a:xfrm>
            <a:off x="533400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61AFC37D-CAD7-4520-815E-0B1514071F73}"/>
              </a:ext>
            </a:extLst>
          </p:cNvPr>
          <p:cNvSpPr>
            <a:spLocks noGrp="1"/>
          </p:cNvSpPr>
          <p:nvPr/>
        </p:nvSpPr>
        <p:spPr>
          <a:xfrm>
            <a:off x="436245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C7770AA2-A3D2-4C00-A8FD-5C46960C4089}"/>
              </a:ext>
            </a:extLst>
          </p:cNvPr>
          <p:cNvSpPr>
            <a:spLocks noGrp="1"/>
          </p:cNvSpPr>
          <p:nvPr/>
        </p:nvSpPr>
        <p:spPr>
          <a:xfrm>
            <a:off x="436245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วงรี 12">
            <a:extLst>
              <a:ext uri="{FF2B5EF4-FFF2-40B4-BE49-F238E27FC236}">
                <a16:creationId xmlns:a16="http://schemas.microsoft.com/office/drawing/2014/main" id="{FA15C234-1223-45AA-823E-FE1C7B39DE5C}"/>
              </a:ext>
            </a:extLst>
          </p:cNvPr>
          <p:cNvSpPr>
            <a:spLocks noGrp="1"/>
          </p:cNvSpPr>
          <p:nvPr/>
        </p:nvSpPr>
        <p:spPr>
          <a:xfrm>
            <a:off x="9010650" y="2914650"/>
            <a:ext cx="1104900" cy="110490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C36C3D7F-B9FE-45D1-AE8D-228E18A3FBC6}"/>
              </a:ext>
            </a:extLst>
          </p:cNvPr>
          <p:cNvSpPr>
            <a:spLocks noGrp="1"/>
          </p:cNvSpPr>
          <p:nvPr/>
        </p:nvSpPr>
        <p:spPr>
          <a:xfrm>
            <a:off x="9010650" y="3219450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A6F59452-56B2-4F1B-B881-C11C16043AC4}"/>
              </a:ext>
            </a:extLst>
          </p:cNvPr>
          <p:cNvSpPr>
            <a:spLocks noGrp="1"/>
          </p:cNvSpPr>
          <p:nvPr/>
        </p:nvSpPr>
        <p:spPr>
          <a:xfrm>
            <a:off x="8039100" y="4343400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44143517-BB69-4330-BD0B-24B7250C1A3C}"/>
              </a:ext>
            </a:extLst>
          </p:cNvPr>
          <p:cNvSpPr>
            <a:spLocks noGrp="1"/>
          </p:cNvSpPr>
          <p:nvPr/>
        </p:nvSpPr>
        <p:spPr>
          <a:xfrm>
            <a:off x="8039100" y="491490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883120F1-F232-4ED4-8A2C-654EE163E1B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>
              <a:ext uri="{FF2B5EF4-FFF2-40B4-BE49-F238E27FC236}">
                <a16:creationId xmlns:a16="http://schemas.microsoft.com/office/drawing/2014/main" id="{FB83AEE7-9F8F-430A-814D-B25AB0579940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0" name="footer-page-15">
            <a:extLst>
              <a:ext uri="{FF2B5EF4-FFF2-40B4-BE49-F238E27FC236}">
                <a16:creationId xmlns:a16="http://schemas.microsoft.com/office/drawing/2014/main" id="{AE810D6B-88BB-4F30-8CFF-AA9DF820C969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17</a:t>
            </a:r>
          </a:p>
        </p:txBody>
      </p:sp>
    </p:spTree>
    <p:extLst>
      <p:ext uri="{BB962C8B-B14F-4D97-AF65-F5344CB8AC3E}">
        <p14:creationId xmlns:p14="http://schemas.microsoft.com/office/powerpoint/2010/main" val="574092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FA670A46-F2A9-4138-9890-C150EFC8C5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2" name="สี่เหลี่ยมผืนผ้า 1">
            <a:extLst>
              <a:ext uri="{FF2B5EF4-FFF2-40B4-BE49-F238E27FC236}">
                <a16:creationId xmlns:a16="http://schemas.microsoft.com/office/drawing/2014/main" id="{4A2DAEFB-5556-45F5-A6F7-381A9D237E44}"/>
              </a:ext>
            </a:extLst>
          </p:cNvPr>
          <p:cNvSpPr>
            <a:spLocks noGrp="1"/>
          </p:cNvSpPr>
          <p:nvPr/>
        </p:nvSpPr>
        <p:spPr>
          <a:xfrm>
            <a:off x="647700" y="533400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สี่เหลี่ยมผืนผ้า 2">
            <a:extLst>
              <a:ext uri="{FF2B5EF4-FFF2-40B4-BE49-F238E27FC236}">
                <a16:creationId xmlns:a16="http://schemas.microsoft.com/office/drawing/2014/main" id="{8EC478C7-122B-4509-92EE-99BACAA22F7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666750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0996A329-0DFB-47BE-8446-BAEFA8BB459A}"/>
              </a:ext>
            </a:extLst>
          </p:cNvPr>
          <p:cNvSpPr>
            <a:spLocks noGrp="1"/>
          </p:cNvSpPr>
          <p:nvPr/>
        </p:nvSpPr>
        <p:spPr>
          <a:xfrm>
            <a:off x="647700" y="3276600"/>
            <a:ext cx="7048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สี่เหลี่ยมผืนผ้า: มุมมน 4">
            <a:extLst>
              <a:ext uri="{FF2B5EF4-FFF2-40B4-BE49-F238E27FC236}">
                <a16:creationId xmlns:a16="http://schemas.microsoft.com/office/drawing/2014/main" id="{FD547549-8FEA-45C0-A21A-0B86AB630F40}"/>
              </a:ext>
            </a:extLst>
          </p:cNvPr>
          <p:cNvSpPr>
            <a:spLocks noGrp="1"/>
          </p:cNvSpPr>
          <p:nvPr/>
        </p:nvSpPr>
        <p:spPr>
          <a:xfrm>
            <a:off x="8058150" y="1428750"/>
            <a:ext cx="3524250" cy="33528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240B1158-77B5-4C4D-AA40-40B4320E8ABB}"/>
              </a:ext>
            </a:extLst>
          </p:cNvPr>
          <p:cNvSpPr>
            <a:spLocks noGrp="1"/>
          </p:cNvSpPr>
          <p:nvPr/>
        </p:nvSpPr>
        <p:spPr>
          <a:xfrm>
            <a:off x="8420100" y="1809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F00F282E-9B20-4F6C-BF16-31D6300B5635}"/>
              </a:ext>
            </a:extLst>
          </p:cNvPr>
          <p:cNvSpPr>
            <a:spLocks noGrp="1"/>
          </p:cNvSpPr>
          <p:nvPr/>
        </p:nvSpPr>
        <p:spPr>
          <a:xfrm>
            <a:off x="8420100" y="2400300"/>
            <a:ext cx="28003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51E40774-A08E-4795-8EBA-42422FEEFEDD}"/>
              </a:ext>
            </a:extLst>
          </p:cNvPr>
          <p:cNvSpPr>
            <a:spLocks noGrp="1"/>
          </p:cNvSpPr>
          <p:nvPr/>
        </p:nvSpPr>
        <p:spPr>
          <a:xfrm>
            <a:off x="8420100" y="38671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B5CD2B46-88F9-4D7C-8290-B1F44D884F1A}"/>
              </a:ext>
            </a:extLst>
          </p:cNvPr>
          <p:cNvSpPr>
            <a:spLocks noGrp="1"/>
          </p:cNvSpPr>
          <p:nvPr/>
        </p:nvSpPr>
        <p:spPr>
          <a:xfrm>
            <a:off x="10477500" y="6229350"/>
            <a:ext cx="1104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15 / 17</a:t>
            </a:r>
          </a:p>
        </p:txBody>
      </p:sp>
    </p:spTree>
    <p:extLst>
      <p:ext uri="{BB962C8B-B14F-4D97-AF65-F5344CB8AC3E}">
        <p14:creationId xmlns:p14="http://schemas.microsoft.com/office/powerpoint/2010/main" val="1376727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ide-accent-17">
            <a:extLst>
              <a:ext uri="{FF2B5EF4-FFF2-40B4-BE49-F238E27FC236}">
                <a16:creationId xmlns:a16="http://schemas.microsoft.com/office/drawing/2014/main" id="{1F6B1BFD-FADD-4A60-AA51-8E3BAE6543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7">
            <a:extLst>
              <a:ext uri="{FF2B5EF4-FFF2-40B4-BE49-F238E27FC236}">
                <a16:creationId xmlns:a16="http://schemas.microsoft.com/office/drawing/2014/main" id="{E0849F2B-5C9F-4F77-8AE7-231056918CA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>
              <a:ext uri="{FF2B5EF4-FFF2-40B4-BE49-F238E27FC236}">
                <a16:creationId xmlns:a16="http://schemas.microsoft.com/office/drawing/2014/main" id="{9ED6E25F-1E8D-4758-A9B3-A25FF2FD85E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E37FF2D8-7CDB-4020-9737-16C4A05B05A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/>
              <a:t>ระบบได้ติดตั้งบนเซิร์ฟเวอร์ของคณะเรียบร้อยแล้ว ท่านสามารถเข้าใช้งานผ่านลิงก์ด้านล่าง หากพบปัญหาหรือมีข้อเสนอแนะเพิ่มเติม สามารถแจ้งทีมงานได้เลยครับ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B97B085C-8D56-4937-AD88-51212AB81BE2}"/>
              </a:ext>
            </a:extLst>
          </p:cNvPr>
          <p:cNvSpPr>
            <a:spLocks noGrp="1"/>
          </p:cNvSpPr>
          <p:nvPr/>
        </p:nvSpPr>
        <p:spPr>
          <a:xfrm>
            <a:off x="3514725" y="2295525"/>
            <a:ext cx="75152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2100" b="1" u="sng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400" b="1" u="sng" dirty="0">
                <a:solidFill>
                  <a:srgbClr val="283887"/>
                </a:solidFill>
                <a:latin typeface="Tahoma"/>
                <a:ea typeface="Tahoma"/>
                <a:cs typeface="Tahoma"/>
                <a:hlinkClick r:id="rId3"/>
              </a:rPr>
              <a:t>http://10.118.18.135</a:t>
            </a:r>
          </a:p>
        </p:txBody>
      </p:sp>
      <p:sp>
        <p:nvSpPr>
          <p:cNvPr id="6" name="วงรี 5">
            <a:extLst>
              <a:ext uri="{FF2B5EF4-FFF2-40B4-BE49-F238E27FC236}">
                <a16:creationId xmlns:a16="http://schemas.microsoft.com/office/drawing/2014/main" id="{754BEBFF-19A6-40DE-9CAF-31EC6620A409}"/>
              </a:ext>
            </a:extLst>
          </p:cNvPr>
          <p:cNvSpPr>
            <a:spLocks noGrp="1"/>
          </p:cNvSpPr>
          <p:nvPr/>
        </p:nvSpPr>
        <p:spPr>
          <a:xfrm>
            <a:off x="609600" y="3067050"/>
            <a:ext cx="514350" cy="514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CEB9C2D1-D68C-4ADB-8113-CB61542B3BEC}"/>
              </a:ext>
            </a:extLst>
          </p:cNvPr>
          <p:cNvSpPr>
            <a:spLocks noGrp="1"/>
          </p:cNvSpPr>
          <p:nvPr/>
        </p:nvSpPr>
        <p:spPr>
          <a:xfrm>
            <a:off x="609600" y="31527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CAA5B929-DE17-4719-B725-0D95A8C39568}"/>
              </a:ext>
            </a:extLst>
          </p:cNvPr>
          <p:cNvSpPr>
            <a:spLocks noGrp="1"/>
          </p:cNvSpPr>
          <p:nvPr/>
        </p:nvSpPr>
        <p:spPr>
          <a:xfrm>
            <a:off x="1390650" y="30480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9" name="วงรี 8">
            <a:extLst>
              <a:ext uri="{FF2B5EF4-FFF2-40B4-BE49-F238E27FC236}">
                <a16:creationId xmlns:a16="http://schemas.microsoft.com/office/drawing/2014/main" id="{AEDF0E1B-0DCB-4C50-BB89-8B9376095F25}"/>
              </a:ext>
            </a:extLst>
          </p:cNvPr>
          <p:cNvSpPr>
            <a:spLocks noGrp="1"/>
          </p:cNvSpPr>
          <p:nvPr/>
        </p:nvSpPr>
        <p:spPr>
          <a:xfrm>
            <a:off x="6096000" y="3067050"/>
            <a:ext cx="514350" cy="514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7AC2CA1E-B287-4321-AC7D-593AC876702B}"/>
              </a:ext>
            </a:extLst>
          </p:cNvPr>
          <p:cNvSpPr>
            <a:spLocks noGrp="1"/>
          </p:cNvSpPr>
          <p:nvPr/>
        </p:nvSpPr>
        <p:spPr>
          <a:xfrm>
            <a:off x="6096000" y="31527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5F4C4E26-0F18-46C6-9F66-E2E9BE6D3D5C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2" name="วงรี 11">
            <a:extLst>
              <a:ext uri="{FF2B5EF4-FFF2-40B4-BE49-F238E27FC236}">
                <a16:creationId xmlns:a16="http://schemas.microsoft.com/office/drawing/2014/main" id="{13D99469-784D-40DA-A4BC-28EB76A3AAEC}"/>
              </a:ext>
            </a:extLst>
          </p:cNvPr>
          <p:cNvSpPr>
            <a:spLocks noGrp="1"/>
          </p:cNvSpPr>
          <p:nvPr/>
        </p:nvSpPr>
        <p:spPr>
          <a:xfrm>
            <a:off x="609600" y="4133850"/>
            <a:ext cx="514350" cy="514350"/>
          </a:xfrm>
          <a:prstGeom prst="ellipse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D4AE0E1D-EEF4-491D-8ECC-37008A6419C5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3F1F9765-EFA5-49DA-B5D4-F0E8A2544609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5" name="วงรี 14">
            <a:extLst>
              <a:ext uri="{FF2B5EF4-FFF2-40B4-BE49-F238E27FC236}">
                <a16:creationId xmlns:a16="http://schemas.microsoft.com/office/drawing/2014/main" id="{3F2A9CC5-A383-45CA-BDB1-7E3590541239}"/>
              </a:ext>
            </a:extLst>
          </p:cNvPr>
          <p:cNvSpPr>
            <a:spLocks noGrp="1"/>
          </p:cNvSpPr>
          <p:nvPr/>
        </p:nvSpPr>
        <p:spPr>
          <a:xfrm>
            <a:off x="6096000" y="4133850"/>
            <a:ext cx="514350" cy="514350"/>
          </a:xfrm>
          <a:prstGeom prst="ellipse">
            <a:avLst/>
          </a:prstGeom>
          <a:solidFill>
            <a:srgbClr val="C79A2B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5EE2FB71-C6F8-4654-BB2F-45DD647A2E21}"/>
              </a:ext>
            </a:extLst>
          </p:cNvPr>
          <p:cNvSpPr>
            <a:spLocks noGrp="1"/>
          </p:cNvSpPr>
          <p:nvPr/>
        </p:nvSpPr>
        <p:spPr>
          <a:xfrm>
            <a:off x="6096000" y="42195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F71DDB93-8A7E-4597-A60F-850D8EB05920}"/>
              </a:ext>
            </a:extLst>
          </p:cNvPr>
          <p:cNvSpPr>
            <a:spLocks noGrp="1"/>
          </p:cNvSpPr>
          <p:nvPr/>
        </p:nvSpPr>
        <p:spPr>
          <a:xfrm>
            <a:off x="6877050" y="4114800"/>
            <a:ext cx="4191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8" name="สี่เหลี่ยมผืนผ้า: มุมมน 17">
            <a:extLst>
              <a:ext uri="{FF2B5EF4-FFF2-40B4-BE49-F238E27FC236}">
                <a16:creationId xmlns:a16="http://schemas.microsoft.com/office/drawing/2014/main" id="{69DB73B1-FC27-4F63-9636-0E93713E4749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571500"/>
          </a:xfrm>
          <a:prstGeom prst="roundRect">
            <a:avLst>
              <a:gd name="adj" fmla="val 13333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19" name="สี่เหลี่ยมผืนผ้า 18">
            <a:extLst>
              <a:ext uri="{FF2B5EF4-FFF2-40B4-BE49-F238E27FC236}">
                <a16:creationId xmlns:a16="http://schemas.microsoft.com/office/drawing/2014/main" id="{46354C33-B61B-47E6-8A2B-A74B9BD383F5}"/>
              </a:ext>
            </a:extLst>
          </p:cNvPr>
          <p:cNvSpPr>
            <a:spLocks noGrp="1"/>
          </p:cNvSpPr>
          <p:nvPr/>
        </p:nvSpPr>
        <p:spPr>
          <a:xfrm>
            <a:off x="838200" y="5619750"/>
            <a:ext cx="10515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</a:t>
            </a:r>
          </a:p>
        </p:txBody>
      </p:sp>
      <p:sp>
        <p:nvSpPr>
          <p:cNvPr id="20" name="footer-rule-17">
            <a:extLst>
              <a:ext uri="{FF2B5EF4-FFF2-40B4-BE49-F238E27FC236}">
                <a16:creationId xmlns:a16="http://schemas.microsoft.com/office/drawing/2014/main" id="{7A3D5A9A-AA2A-4158-92F3-B5CDADBB13E5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2" name="footer-page-17">
            <a:extLst>
              <a:ext uri="{FF2B5EF4-FFF2-40B4-BE49-F238E27FC236}">
                <a16:creationId xmlns:a16="http://schemas.microsoft.com/office/drawing/2014/main" id="{E97955A9-396D-44EF-8216-265381293C61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16 / 17</a:t>
            </a:r>
          </a:p>
        </p:txBody>
      </p:sp>
    </p:spTree>
    <p:extLst>
      <p:ext uri="{BB962C8B-B14F-4D97-AF65-F5344CB8AC3E}">
        <p14:creationId xmlns:p14="http://schemas.microsoft.com/office/powerpoint/2010/main" val="2054918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ide-accent-18">
            <a:extLst>
              <a:ext uri="{FF2B5EF4-FFF2-40B4-BE49-F238E27FC236}">
                <a16:creationId xmlns:a16="http://schemas.microsoft.com/office/drawing/2014/main" id="{3D3C14CC-B649-4669-8CAF-5D310D805E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356C7"/>
          </a:solidFill>
          <a:ln w="0">
            <a:noFill/>
            <a:prstDash val="solid"/>
          </a:ln>
        </p:spPr>
      </p:sp>
      <p:sp>
        <p:nvSpPr>
          <p:cNvPr id="2" name="kicker-18">
            <a:extLst>
              <a:ext uri="{FF2B5EF4-FFF2-40B4-BE49-F238E27FC236}">
                <a16:creationId xmlns:a16="http://schemas.microsoft.com/office/drawing/2014/main" id="{A5A9F8EF-C745-4D68-B59A-DC84A48C918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>
              <a:ext uri="{FF2B5EF4-FFF2-40B4-BE49-F238E27FC236}">
                <a16:creationId xmlns:a16="http://schemas.microsoft.com/office/drawing/2014/main" id="{6BF57099-B3F5-4472-A37B-27FF2A92167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สี่เหลี่ยมผืนผ้า 3">
            <a:extLst>
              <a:ext uri="{FF2B5EF4-FFF2-40B4-BE49-F238E27FC236}">
                <a16:creationId xmlns:a16="http://schemas.microsoft.com/office/drawing/2014/main" id="{B73A8E49-CC4C-4392-89F1-5392B692220E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สี่เหลี่ยมผืนผ้า 4">
            <a:extLst>
              <a:ext uri="{FF2B5EF4-FFF2-40B4-BE49-F238E27FC236}">
                <a16:creationId xmlns:a16="http://schemas.microsoft.com/office/drawing/2014/main" id="{6ABED2A7-FB53-4EBE-B638-7F750C929A7E}"/>
              </a:ext>
            </a:extLst>
          </p:cNvPr>
          <p:cNvSpPr>
            <a:spLocks noGrp="1"/>
          </p:cNvSpPr>
          <p:nvPr/>
        </p:nvSpPr>
        <p:spPr>
          <a:xfrm>
            <a:off x="1409700" y="20764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สี่เหลี่ยมผืนผ้า 5">
            <a:extLst>
              <a:ext uri="{FF2B5EF4-FFF2-40B4-BE49-F238E27FC236}">
                <a16:creationId xmlns:a16="http://schemas.microsoft.com/office/drawing/2014/main" id="{8A798736-AF8D-4DA0-8182-CDCC90F49ACF}"/>
              </a:ext>
            </a:extLst>
          </p:cNvPr>
          <p:cNvSpPr>
            <a:spLocks noGrp="1"/>
          </p:cNvSpPr>
          <p:nvPr/>
        </p:nvSpPr>
        <p:spPr>
          <a:xfrm>
            <a:off x="4419600" y="21145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สี่เหลี่ยมผืนผ้า 6">
            <a:extLst>
              <a:ext uri="{FF2B5EF4-FFF2-40B4-BE49-F238E27FC236}">
                <a16:creationId xmlns:a16="http://schemas.microsoft.com/office/drawing/2014/main" id="{11EB5548-FF92-493A-BC09-4DA719CCABF9}"/>
              </a:ext>
            </a:extLst>
          </p:cNvPr>
          <p:cNvSpPr>
            <a:spLocks noGrp="1"/>
          </p:cNvSpPr>
          <p:nvPr/>
        </p:nvSpPr>
        <p:spPr>
          <a:xfrm>
            <a:off x="1409700" y="27051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8" name="สี่เหลี่ยมผืนผ้า 7">
            <a:extLst>
              <a:ext uri="{FF2B5EF4-FFF2-40B4-BE49-F238E27FC236}">
                <a16:creationId xmlns:a16="http://schemas.microsoft.com/office/drawing/2014/main" id="{8B6A0230-75C6-4FD9-BD55-5E6F8B5374E8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สี่เหลี่ยมผืนผ้า 8">
            <a:extLst>
              <a:ext uri="{FF2B5EF4-FFF2-40B4-BE49-F238E27FC236}">
                <a16:creationId xmlns:a16="http://schemas.microsoft.com/office/drawing/2014/main" id="{6F00FC7F-8B18-463B-88D3-8E7EA732D607}"/>
              </a:ext>
            </a:extLst>
          </p:cNvPr>
          <p:cNvSpPr>
            <a:spLocks noGrp="1"/>
          </p:cNvSpPr>
          <p:nvPr/>
        </p:nvSpPr>
        <p:spPr>
          <a:xfrm>
            <a:off x="1409700" y="29527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สี่เหลี่ยมผืนผ้า 9">
            <a:extLst>
              <a:ext uri="{FF2B5EF4-FFF2-40B4-BE49-F238E27FC236}">
                <a16:creationId xmlns:a16="http://schemas.microsoft.com/office/drawing/2014/main" id="{3ECFA22C-8246-4147-8127-851FA36B298F}"/>
              </a:ext>
            </a:extLst>
          </p:cNvPr>
          <p:cNvSpPr>
            <a:spLocks noGrp="1"/>
          </p:cNvSpPr>
          <p:nvPr/>
        </p:nvSpPr>
        <p:spPr>
          <a:xfrm>
            <a:off x="4419600" y="29908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สี่เหลี่ยมผืนผ้า 10">
            <a:extLst>
              <a:ext uri="{FF2B5EF4-FFF2-40B4-BE49-F238E27FC236}">
                <a16:creationId xmlns:a16="http://schemas.microsoft.com/office/drawing/2014/main" id="{5CCE26AA-08B5-4973-9CD5-3AC7F21DA679}"/>
              </a:ext>
            </a:extLst>
          </p:cNvPr>
          <p:cNvSpPr>
            <a:spLocks noGrp="1"/>
          </p:cNvSpPr>
          <p:nvPr/>
        </p:nvSpPr>
        <p:spPr>
          <a:xfrm>
            <a:off x="1409700" y="35814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2" name="สี่เหลี่ยมผืนผ้า 11">
            <a:extLst>
              <a:ext uri="{FF2B5EF4-FFF2-40B4-BE49-F238E27FC236}">
                <a16:creationId xmlns:a16="http://schemas.microsoft.com/office/drawing/2014/main" id="{2D7CEF3B-A5D7-4403-A507-BDEC828EAC67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สี่เหลี่ยมผืนผ้า 12">
            <a:extLst>
              <a:ext uri="{FF2B5EF4-FFF2-40B4-BE49-F238E27FC236}">
                <a16:creationId xmlns:a16="http://schemas.microsoft.com/office/drawing/2014/main" id="{6313D2B6-DC8D-487A-836E-F75735ED08D8}"/>
              </a:ext>
            </a:extLst>
          </p:cNvPr>
          <p:cNvSpPr>
            <a:spLocks noGrp="1"/>
          </p:cNvSpPr>
          <p:nvPr/>
        </p:nvSpPr>
        <p:spPr>
          <a:xfrm>
            <a:off x="1409700" y="38290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สี่เหลี่ยมผืนผ้า 13">
            <a:extLst>
              <a:ext uri="{FF2B5EF4-FFF2-40B4-BE49-F238E27FC236}">
                <a16:creationId xmlns:a16="http://schemas.microsoft.com/office/drawing/2014/main" id="{D4E18CDD-7772-4E37-9E7F-B9D425015D7F}"/>
              </a:ext>
            </a:extLst>
          </p:cNvPr>
          <p:cNvSpPr>
            <a:spLocks noGrp="1"/>
          </p:cNvSpPr>
          <p:nvPr/>
        </p:nvSpPr>
        <p:spPr>
          <a:xfrm>
            <a:off x="4419600" y="38671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สี่เหลี่ยมผืนผ้า 14">
            <a:extLst>
              <a:ext uri="{FF2B5EF4-FFF2-40B4-BE49-F238E27FC236}">
                <a16:creationId xmlns:a16="http://schemas.microsoft.com/office/drawing/2014/main" id="{C3C9E29B-DC12-4720-86C0-5353B866EC42}"/>
              </a:ext>
            </a:extLst>
          </p:cNvPr>
          <p:cNvSpPr>
            <a:spLocks noGrp="1"/>
          </p:cNvSpPr>
          <p:nvPr/>
        </p:nvSpPr>
        <p:spPr>
          <a:xfrm>
            <a:off x="1409700" y="4457700"/>
            <a:ext cx="9867900" cy="9525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16" name="สี่เหลี่ยมผืนผ้า 15">
            <a:extLst>
              <a:ext uri="{FF2B5EF4-FFF2-40B4-BE49-F238E27FC236}">
                <a16:creationId xmlns:a16="http://schemas.microsoft.com/office/drawing/2014/main" id="{998BA751-147C-4253-9E46-3D20C8E55756}"/>
              </a:ext>
            </a:extLst>
          </p:cNvPr>
          <p:cNvSpPr>
            <a:spLocks noGrp="1"/>
          </p:cNvSpPr>
          <p:nvPr/>
        </p:nvSpPr>
        <p:spPr>
          <a:xfrm>
            <a:off x="609600" y="4743450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สี่เหลี่ยมผืนผ้า 16">
            <a:extLst>
              <a:ext uri="{FF2B5EF4-FFF2-40B4-BE49-F238E27FC236}">
                <a16:creationId xmlns:a16="http://schemas.microsoft.com/office/drawing/2014/main" id="{96B954FC-6065-4FB4-A848-8941E4B36889}"/>
              </a:ext>
            </a:extLst>
          </p:cNvPr>
          <p:cNvSpPr>
            <a:spLocks noGrp="1"/>
          </p:cNvSpPr>
          <p:nvPr/>
        </p:nvSpPr>
        <p:spPr>
          <a:xfrm>
            <a:off x="1409700" y="4705350"/>
            <a:ext cx="2800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สี่เหลี่ยมผืนผ้า 17">
            <a:extLst>
              <a:ext uri="{FF2B5EF4-FFF2-40B4-BE49-F238E27FC236}">
                <a16:creationId xmlns:a16="http://schemas.microsoft.com/office/drawing/2014/main" id="{1598AC3A-D00D-4C71-951A-329B2568B2CA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685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สี่เหลี่ยมผืนผ้า: มุมมน 18">
            <a:extLst>
              <a:ext uri="{FF2B5EF4-FFF2-40B4-BE49-F238E27FC236}">
                <a16:creationId xmlns:a16="http://schemas.microsoft.com/office/drawing/2014/main" id="{4C3FB429-8775-4C9C-A7A8-4EEB831FA515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7239000" cy="457200"/>
          </a:xfrm>
          <a:prstGeom prst="roundRect">
            <a:avLst>
              <a:gd name="adj" fmla="val 16667"/>
            </a:avLst>
          </a:prstGeom>
          <a:solidFill>
            <a:srgbClr val="E9ECFB"/>
          </a:solidFill>
          <a:ln w="0">
            <a:noFill/>
            <a:prstDash val="solid"/>
          </a:ln>
        </p:spPr>
      </p:sp>
      <p:sp>
        <p:nvSpPr>
          <p:cNvPr id="20" name="สี่เหลี่ยมผืนผ้า 19">
            <a:extLst>
              <a:ext uri="{FF2B5EF4-FFF2-40B4-BE49-F238E27FC236}">
                <a16:creationId xmlns:a16="http://schemas.microsoft.com/office/drawing/2014/main" id="{9DB463CE-8D5D-491B-8E7D-03B7DFA36B43}"/>
              </a:ext>
            </a:extLst>
          </p:cNvPr>
          <p:cNvSpPr>
            <a:spLocks noGrp="1"/>
          </p:cNvSpPr>
          <p:nvPr/>
        </p:nvSpPr>
        <p:spPr>
          <a:xfrm>
            <a:off x="800100" y="5838825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sp>
        <p:nvSpPr>
          <p:cNvPr id="22" name="footer-rule-18">
            <a:extLst>
              <a:ext uri="{FF2B5EF4-FFF2-40B4-BE49-F238E27FC236}">
                <a16:creationId xmlns:a16="http://schemas.microsoft.com/office/drawing/2014/main" id="{36072E0B-EDBE-4B3A-A13D-9C534E90DB5C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72800" cy="19050"/>
          </a:xfrm>
          <a:prstGeom prst="rect">
            <a:avLst/>
          </a:prstGeom>
          <a:solidFill>
            <a:srgbClr val="D8E0E7"/>
          </a:solidFill>
          <a:ln w="0">
            <a:noFill/>
            <a:prstDash val="solid"/>
          </a:ln>
        </p:spPr>
      </p:sp>
      <p:sp>
        <p:nvSpPr>
          <p:cNvPr id="24" name="footer-page-18">
            <a:extLst>
              <a:ext uri="{FF2B5EF4-FFF2-40B4-BE49-F238E27FC236}">
                <a16:creationId xmlns:a16="http://schemas.microsoft.com/office/drawing/2014/main" id="{96889ACA-9A8A-4441-B9A8-9F8F30DDD1FC}"/>
              </a:ext>
            </a:extLst>
          </p:cNvPr>
          <p:cNvSpPr>
            <a:spLocks noGrp="1"/>
          </p:cNvSpPr>
          <p:nvPr/>
        </p:nvSpPr>
        <p:spPr>
          <a:xfrm>
            <a:off x="10477500" y="655320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190036395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3328</Words>
  <Application>Microsoft Office PowerPoint</Application>
  <DocSecurity>0</DocSecurity>
  <PresentationFormat>แบบจอกว้าง</PresentationFormat>
  <Paragraphs>384</Paragraphs>
  <Slides>17</Slides>
  <Notes>17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2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17</vt:i4>
      </vt:variant>
    </vt:vector>
  </HeadingPairs>
  <TitlesOfParts>
    <vt:vector size="20" baseType="lpstr">
      <vt:lpstr>Calibri</vt:lpstr>
      <vt:lpstr>Tahoma</vt:lpstr>
      <vt:lpstr>ChatGPT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pisut palapol</cp:lastModifiedBy>
  <cp:revision>3</cp:revision>
  <dcterms:created xsi:type="dcterms:W3CDTF">2026-08-03T13:45:41Z</dcterms:created>
  <dcterms:modified xsi:type="dcterms:W3CDTF">2026-08-04T03:38:07Z</dcterms:modified>
</cp:coreProperties>
</file>