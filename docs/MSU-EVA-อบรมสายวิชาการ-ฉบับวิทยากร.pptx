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f5cacba0034fa2" /><Relationship Type="http://schemas.openxmlformats.org/officeDocument/2006/relationships/extended-properties" Target="/docProps/app.xml" Id="Rc02d651382d24566" /><Relationship Type="http://schemas.openxmlformats.org/officeDocument/2006/relationships/officeDocument" Target="/ppt/presentation.xml" Id="R953f25724ce74a8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f3865bc70645e8"/>
  </p:sldMasterIdLst>
  <p:notesMasterIdLst>
    <p:notesMasterId xmlns:r="http://schemas.openxmlformats.org/officeDocument/2006/relationships" r:id="Rc90f9b4150b0486a"/>
  </p:notesMasterIdLst>
  <p:sldIdLst>
    <p:sldId xmlns:r="http://schemas.openxmlformats.org/officeDocument/2006/relationships" id="256" r:id="R0d2e09d5c05b4529"/>
    <p:sldId xmlns:r="http://schemas.openxmlformats.org/officeDocument/2006/relationships" id="257" r:id="R8c825009b9f141f9"/>
    <p:sldId xmlns:r="http://schemas.openxmlformats.org/officeDocument/2006/relationships" id="258" r:id="R3d39dc5311704740"/>
    <p:sldId xmlns:r="http://schemas.openxmlformats.org/officeDocument/2006/relationships" id="259" r:id="Rd3290863a00d4fa7"/>
    <p:sldId xmlns:r="http://schemas.openxmlformats.org/officeDocument/2006/relationships" id="260" r:id="Re27383f829cf463c"/>
    <p:sldId xmlns:r="http://schemas.openxmlformats.org/officeDocument/2006/relationships" id="261" r:id="R90595feea1b84186"/>
    <p:sldId xmlns:r="http://schemas.openxmlformats.org/officeDocument/2006/relationships" id="262" r:id="Ra93b6904acb443b5"/>
    <p:sldId xmlns:r="http://schemas.openxmlformats.org/officeDocument/2006/relationships" id="263" r:id="R8e62e7147c724d2e"/>
    <p:sldId xmlns:r="http://schemas.openxmlformats.org/officeDocument/2006/relationships" id="264" r:id="R220b6c7f4a9e4f29"/>
    <p:sldId xmlns:r="http://schemas.openxmlformats.org/officeDocument/2006/relationships" id="265" r:id="R079a4fc1d14f4c67"/>
    <p:sldId xmlns:r="http://schemas.openxmlformats.org/officeDocument/2006/relationships" id="266" r:id="R382abd9b3d7d4739"/>
    <p:sldId xmlns:r="http://schemas.openxmlformats.org/officeDocument/2006/relationships" id="267" r:id="Re3fa7f2e4d304a7c"/>
    <p:sldId xmlns:r="http://schemas.openxmlformats.org/officeDocument/2006/relationships" id="268" r:id="R2e343e8ba02f483c"/>
    <p:sldId xmlns:r="http://schemas.openxmlformats.org/officeDocument/2006/relationships" id="269" r:id="R53e9c028a9064461"/>
    <p:sldId xmlns:r="http://schemas.openxmlformats.org/officeDocument/2006/relationships" id="270" r:id="R1431c129ef3f4105"/>
    <p:sldId xmlns:r="http://schemas.openxmlformats.org/officeDocument/2006/relationships" id="271" r:id="R055b242a6e744f4b"/>
    <p:sldId xmlns:r="http://schemas.openxmlformats.org/officeDocument/2006/relationships" id="272" r:id="R17588f8129524bf9"/>
    <p:sldId xmlns:r="http://schemas.openxmlformats.org/officeDocument/2006/relationships" id="273" r:id="Rfb1158b3f3c44e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6994cb97c7415b" /><Relationship Type="http://schemas.openxmlformats.org/officeDocument/2006/relationships/slideMaster" Target="/ppt/slideMasters/slideMaster1.xml" Id="Ra2f3865bc70645e8" /><Relationship Type="http://schemas.openxmlformats.org/officeDocument/2006/relationships/notesMaster" Target="/ppt/notesMasters/notesMaster1.xml" Id="Rc90f9b4150b0486a" /><Relationship Type="http://schemas.openxmlformats.org/officeDocument/2006/relationships/presProps" Target="/ppt/presProps.xml" Id="Radd0b82f48ce4e82" /><Relationship Type="http://schemas.openxmlformats.org/officeDocument/2006/relationships/tableStyles" Target="/ppt/tableStyles.xml" Id="R9c6c200d5c0546f5" /><Relationship Type="http://schemas.openxmlformats.org/officeDocument/2006/relationships/slide" Target="/ppt/slides/slide1.xml" Id="R0d2e09d5c05b4529" /><Relationship Type="http://schemas.openxmlformats.org/officeDocument/2006/relationships/slide" Target="/ppt/slides/slide2.xml" Id="R8c825009b9f141f9" /><Relationship Type="http://schemas.openxmlformats.org/officeDocument/2006/relationships/slide" Target="/ppt/slides/slide3.xml" Id="R3d39dc5311704740" /><Relationship Type="http://schemas.openxmlformats.org/officeDocument/2006/relationships/slide" Target="/ppt/slides/slide4.xml" Id="Rd3290863a00d4fa7" /><Relationship Type="http://schemas.openxmlformats.org/officeDocument/2006/relationships/slide" Target="/ppt/slides/slide5.xml" Id="Re27383f829cf463c" /><Relationship Type="http://schemas.openxmlformats.org/officeDocument/2006/relationships/slide" Target="/ppt/slides/slide6.xml" Id="R90595feea1b84186" /><Relationship Type="http://schemas.openxmlformats.org/officeDocument/2006/relationships/slide" Target="/ppt/slides/slide7.xml" Id="Ra93b6904acb443b5" /><Relationship Type="http://schemas.openxmlformats.org/officeDocument/2006/relationships/slide" Target="/ppt/slides/slide8.xml" Id="R8e62e7147c724d2e" /><Relationship Type="http://schemas.openxmlformats.org/officeDocument/2006/relationships/slide" Target="/ppt/slides/slide9.xml" Id="R220b6c7f4a9e4f29" /><Relationship Type="http://schemas.openxmlformats.org/officeDocument/2006/relationships/slide" Target="/ppt/slides/slide10.xml" Id="R079a4fc1d14f4c67" /><Relationship Type="http://schemas.openxmlformats.org/officeDocument/2006/relationships/slide" Target="/ppt/slides/slide11.xml" Id="R382abd9b3d7d4739" /><Relationship Type="http://schemas.openxmlformats.org/officeDocument/2006/relationships/slide" Target="/ppt/slides/slide12.xml" Id="Re3fa7f2e4d304a7c" /><Relationship Type="http://schemas.openxmlformats.org/officeDocument/2006/relationships/slide" Target="/ppt/slides/slide13.xml" Id="R2e343e8ba02f483c" /><Relationship Type="http://schemas.openxmlformats.org/officeDocument/2006/relationships/slide" Target="/ppt/slides/slide14.xml" Id="R53e9c028a9064461" /><Relationship Type="http://schemas.openxmlformats.org/officeDocument/2006/relationships/slide" Target="/ppt/slides/slide15.xml" Id="R1431c129ef3f4105" /><Relationship Type="http://schemas.openxmlformats.org/officeDocument/2006/relationships/slide" Target="/ppt/slides/slide16.xml" Id="R055b242a6e744f4b" /><Relationship Type="http://schemas.openxmlformats.org/officeDocument/2006/relationships/slide" Target="/ppt/slides/slide17.xml" Id="R17588f8129524bf9" /><Relationship Type="http://schemas.openxmlformats.org/officeDocument/2006/relationships/slide" Target="/ppt/slides/slide18.xml" Id="Rfb1158b3f3c44e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138d5c9ee54f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0680ea8b1849ae" /><Relationship Type="http://schemas.openxmlformats.org/officeDocument/2006/relationships/notesMaster" Target="/ppt/notesMasters/notesMaster1.xml" Id="Redf2bdfce072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427e457e1e479f" /><Relationship Type="http://schemas.openxmlformats.org/officeDocument/2006/relationships/notesMaster" Target="/ppt/notesMasters/notesMaster1.xml" Id="R697b81fc6d1141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c1a60fc3cd4884" /><Relationship Type="http://schemas.openxmlformats.org/officeDocument/2006/relationships/notesMaster" Target="/ppt/notesMasters/notesMaster1.xml" Id="R0db6271bc6d543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576c12a6d943c4" /><Relationship Type="http://schemas.openxmlformats.org/officeDocument/2006/relationships/notesMaster" Target="/ppt/notesMasters/notesMaster1.xml" Id="Rb3162e5583d049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ec3385866541e2" /><Relationship Type="http://schemas.openxmlformats.org/officeDocument/2006/relationships/notesMaster" Target="/ppt/notesMasters/notesMaster1.xml" Id="Rcf0e34092aaa46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0c9aa912e445fd" /><Relationship Type="http://schemas.openxmlformats.org/officeDocument/2006/relationships/notesMaster" Target="/ppt/notesMasters/notesMaster1.xml" Id="Rf6a04e2888ef45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8c367d6b8e44b4" /><Relationship Type="http://schemas.openxmlformats.org/officeDocument/2006/relationships/notesMaster" Target="/ppt/notesMasters/notesMaster1.xml" Id="R4ab79426cfe745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9e94010e7842d0" /><Relationship Type="http://schemas.openxmlformats.org/officeDocument/2006/relationships/notesMaster" Target="/ppt/notesMasters/notesMaster1.xml" Id="R17ffbb99816e4e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991612698c4635" /><Relationship Type="http://schemas.openxmlformats.org/officeDocument/2006/relationships/notesMaster" Target="/ppt/notesMasters/notesMaster1.xml" Id="Rada65c75c28344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34722e9cb734d7c" /><Relationship Type="http://schemas.openxmlformats.org/officeDocument/2006/relationships/notesMaster" Target="/ppt/notesMasters/notesMaster1.xml" Id="Rdc55f9c9943e40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91ef72a7d134f94" /><Relationship Type="http://schemas.openxmlformats.org/officeDocument/2006/relationships/notesMaster" Target="/ppt/notesMasters/notesMaster1.xml" Id="R00d6029beac446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fdea7f2e614fc9" /><Relationship Type="http://schemas.openxmlformats.org/officeDocument/2006/relationships/notesMaster" Target="/ppt/notesMasters/notesMaster1.xml" Id="Racedc27601304d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8b48567d2ec492d" /><Relationship Type="http://schemas.openxmlformats.org/officeDocument/2006/relationships/notesMaster" Target="/ppt/notesMasters/notesMaster1.xml" Id="Rbbc3b84446ad43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0a951f12bb4261" /><Relationship Type="http://schemas.openxmlformats.org/officeDocument/2006/relationships/notesMaster" Target="/ppt/notesMasters/notesMaster1.xml" Id="R3bfac60a13674e7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c7aa38e46546e0" /><Relationship Type="http://schemas.openxmlformats.org/officeDocument/2006/relationships/notesMaster" Target="/ppt/notesMasters/notesMaster1.xml" Id="R56e93b6b3dfe4cc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d911c4344f408d" /><Relationship Type="http://schemas.openxmlformats.org/officeDocument/2006/relationships/notesMaster" Target="/ppt/notesMasters/notesMaster1.xml" Id="Rcf264570effd4d9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84d9e205f464918" /><Relationship Type="http://schemas.openxmlformats.org/officeDocument/2006/relationships/notesMaster" Target="/ppt/notesMasters/notesMaster1.xml" Id="Raed2d44c0a734f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669bc630c464c11" /><Relationship Type="http://schemas.openxmlformats.org/officeDocument/2006/relationships/notesMaster" Target="/ppt/notesMasters/notesMaster1.xml" Id="R23a10d7525dd46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ขอต้อนรับเข้าสู่การอบรมการใช้งานระบบประเมินผลการปฏิบัติงานบุคลากร หรือ MSU EVA สำหรับบุคลากรสายวิชาการนะครับ วันนี้ในห้องนี้มีทั้งท่านที่เคยช่วยทดสอบระบบมาแล้ว ท่านที่เพิ่งเข้ามาใช้งานครั้งแรก รวมถึงผู้ประเมิน กรรมการ และผู้บริหาร ไม่เป็นไรครับ เดี๋ยวเราจะค่อย ๆ ไปด้วยกัน ช่วงแรกผมจะพาทำความรู้จักระบบและบทบาทต่าง ๆ ก่อน หลังจากนั้นผมจะสาธิตหนึ่งรอบ แล้วทุกท่านจะได้ลองใช้บัญชีที่เตรียมไว้ครับ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ก่อนเริ่ม ขอชวนทุกท่านตั้งเป้าหมายร่วมกันนิดหนึ่งครับ วันนี้เราไม่จำเป็นต้องจำทุกปุ่ม สิ่งที่อยากให้ทำได้คือเปิดงานหนึ่งรายการ ตรวจข้อมูล กรอกผลงาน แนบหลักฐาน ถ้าข้อมูลยังไม่ครบ ให้บันทึกร่างไว้ก่อน เมื่อข้อมูลและหลักฐานครบแล้วจึงส่งแบบประเมินครับ รอบประเมินเป็นสิ่งที่ผู้ดูแลระบบกำหนดไว้ให้แล้วนะครับ เรามีหน้าที่ตรวจว่ารอบและงานที่ได้รับมอบหมายถูกต้อง เมื่อเห็นเป้าหมายตรงกันแล้ว ต่อไปเรามาดูว่าระบบนี้ช่วยงานส่วนใดบ้างครับ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หลายท่านอาจคุ้นกับระบบจากหน้ากรอกแบบประเมิน แต่ระบบครอบคลุมขั้นตอนอื่นด้วยครับ Admin จะจัดการผู้ใช้ สิทธิ์ เกณฑ์ รอบประเมิน และการมอบหมายงาน ส่วนผู้ใช้งานจะทำงานตามรายการและสิทธิ์ที่ได้รับ ตั้งแต่การกรอกข้อมูล การประเมิน การติดตามสถานะ จนถึงการออกรายงาน ดังนั้นผู้ใช้งานทั่วไปไม่ต้องสร้างหรือเลือกรอบประเมินเองครับ เพียงตรวจว่ารอบและรายการที่ได้รับถูกต้อง แล้วทำหน้าที่ของตนเอง ต่อไปเรามาดูกันว่าในระบบมีผู้ใช้งานกลุ่มใดบ้างครับ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ระบบมีผู้ใช้งานหลักห้าบทบาทครับ ได้แก่ Admin ผู้รับการประเมิน ผู้ประเมิน กรรมการ และผู้บริหาร แต่ละคนจะเห็นเมนูและปุ่มไม่เหมือนกัน ตรงนี้ขอเน้นนิดหนึ่งครับ Admin เป็นผู้กำหนดผู้ใช้ เกณฑ์ รอบประเมิน การมอบหมาย และลำดับผู้ประเมิน ส่วนผู้ประเมิน กรรมการ และผู้บริหารจะเป็นขั้นตรวจตามที่ Admin จัดไว้ บางงานอาจไม่ได้ใช้ครบทุกบทบาท และงานจะเสร็จสมบูรณ์เมื่อผู้ประเมินลำดับสุดท้ายกดยืนยันผลครับ เมื่อรู้จักคนในระบบแล้ว ต่อไปมาดูเส้นทางของงานกันครับ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ทีนี้ลองมองภาพรวมจากซ้ายไปขวานะครับ งานเริ่มจากผู้รับการประเมินเปิดรายการและกรอกข้อมูล เมื่อข้อมูลพร้อมจึงกดส่งแบบประเมิน จากนั้นระบบจะส่งงานไปยังผู้ประเมินทีละคนตามลำดับที่กำหนดไว้ ไม่ได้ส่งให้ทุกคนพร้อมกันครับ เมื่อผู้ประเมินคนสุดท้ายยืนยัน สถานะจึงเปลี่ยนเป็นประเมินเสร็จสิ้น หรือ Completed จำภาพนี้ไว้ก่อนนะครับ เพราะอีกสักครู่ทุกปุ่มที่เราดูจะสัมพันธ์กับเส้นทางนี้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ผู้รับการประเมินต้องกรอกข้อมูลและแนบหลักฐานให้ครบครับ ถ้ายังไม่ครบ ให้บันทึกร่างไว้ก่อน ยังไม่ต้องส่งแบบประเมิน ผู้ประเมินจะใช้ข้อมูลและหลักฐานนี้ในการประเมิน ดังนั้นควรตรวจให้ชัดเจนและเปิดหลักฐานได้ก่อนส่งครับ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ต่อไปขอพาทุกท่านมาที่แดชบอร์ดของฉันครับ ก่อนเปิดงานให้ตรวจสามอย่าง คือรอบประเมินที่ผู้ดูแลระบบกำหนด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ถ้ารอบหรือรายการไม่ถูกต้องให้แจ้งผู้ดูแลระบบก่อน บนแดชบอร์ดให้สังเกตตำแหน่งชื่อรอบ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ให้ตรวจว่าข้อมูล 4 ส่วนสอดคล้องกันครับ หนึ่ง รายวิชาบอกว่างานนี้อยู่ในบริบทใด สอง ภาระงานบอกว่าทำอะไรและมีปริมาณเท่าไร สาม ผลงานบอกผลที่เกิดขึ้น และสี่ หลักฐานใช้ยืนยันข้อมูลที่กรอก หากข้อมูลส่วนใดไม่ตรงกัน ผู้ประเมินอาจต้องขอข้อมูลเพิ่มครับ ดังนั้นให้เลือกเกณฑ์ที่ตรงกับงานจริงก่อน แล้วจึงกรอกข้อมูลเชิงปริมาณครับ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ให้ไล่ดูทีละช่องนะครับ เริ่มจากค่าน้ำหนัก ภาระงานมาตรฐาน แล้วจึงกรอกภาระงานที่ทำได้ ระบบจะคำนวณคะแนนให้ ตรงนี้อย่าดูเฉพาะตัวเลขสุดท้ายครับ ให้ตรวจหน่วย ช่วงค่า และทศนิยมด้วย ถ้าคะแนนดูแปลก ให้ย้อนกลับไปดูค่าที่กรอกก่อนเป็นอันดับแรก วิธีนี้ช่วยให้เราอธิบายที่มาของคะแนนได้ชัดเจน แล้วต่อไปเราจะดูข้อมูลอีกแบบหนึ่ง คือผลงานเชิงคุณภาพครับ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ข้อมูลเชิงคุณภาพไม่จำเป็นต้องเขียนยาวครับ แต่ควรตอบให้ครบ 3 เรื่อง คือ ทำอะไร เกิดผลอย่างไร และใช้หลักฐานใดตรวจสอบ ผู้ประเมินควรอ่านครั้งเดียวแล้วเข้าใจงานได้ หลีกเลี่ยงข้อความกว้าง ๆ ที่ไม่บอกบทบาทหรือผลลัพธ์ เมื่อข้อความตรงกับเกณฑ์และหลักฐาน ข้อมูลก็พร้อมให้ผู้ประเมินตรวจครับ ต่อไปเรามาดูวิธีตรวจหลักฐานกันครับ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หลักฐานที่แนบต้องตรวจได้จริงครับ ให้ตรวจ 3 เรื่อง คือ เปิดได้ ตรงกับรายการ และชื่อเอกสารบอกได้ว่าเป็นหลักฐานอะไร ควรทดลองเปิดลิงก์ในหน้าต่างที่ไม่ได้ใช้บัญชีเจ้าของเอกสาร เพื่อให้เห็นเหมือนที่ผู้ประเมินเห็นครับ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เมื่อกรอกข้อมูลแล้ว เราจะเจอสองทางเลือกครับ ถ้ายังมีส่วนที่ต้องกลับมาแก้ ให้เลือกบันทึกร่าง งานจะยังไม่ถูกส่งต่อ แต่ถ้าข้อมูลบังคับและหลักฐานครบแล้ว จึงเลือกส่งแบบประเมิน เพราะหลังส่ง งานจะเข้าสู่ลำดับผู้ประเมินและเราอาจแก้ไขไม่ได้ในช่วงนั้น ก่อนกดยืนยัน ลองถามตัวเองสั้น ๆ ครับว่า ผู้ประเมินเห็นข้อมูลครบและเข้าใจที่มาของคะแนนแล้วหรือยัง วันนี้ตอนทดลอง ทุกท่านหยุดที่บันทึกร่างก่อนนะครับ แล้วเรามาดูกันต่อว่าเมื่อส่งจริง งานจะไปไหน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หลังจากกดส่ง งานไม่ได้หายไปและไม่ได้ไปถึงทุกคนพร้อมกัน ระบบจะส่งให้ผู้ประเมินตามลำดับที่ Admin กำหนดไว้ ผู้ประเมินคนปัจจุบันจะเห็นงานและดำเนินการได้ ส่วนคนถัดไปต้องรอการส่งต่อก่อน จำนวนผู้ประเมินอาจต่างกันในแต่ละงานนะครับ เพราะฉะนั้นเวลาอยากรู้ว่างานอยู่ที่ใคร ให้ดูสถานะและลำดับของรายการนั้นเป็นหลัก ต่อไปเรามาดูมุมของผู้ประเมินครับ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ตอนนี้เรามาดูฝั่งผู้ประเมินครับ เมื่อได้รับงาน ให้ตรวจ 3 เรื่องตามลำดับ คือ ข้อมูลตรงกับเกณฑ์หรือไม่ คะแนนถูกต้องหรือไม่ และหลักฐานเปิดได้และตรงกับข้อมูลหรือไม่ หากข้อมูลยังไม่ครบ ยังไม่ต้องบันทึกผล ให้แจ้งผู้เกี่ยวข้องตามขั้นตอนที่หน่วยงานกำหนดครับ บนหน้าจอให้สังเกตด้วยว่า ส่วนใดเป็นข้อมูลที่ผู้รับการประเมินกรอก และส่วนใดเป็นผลที่ผู้ประเมินต้องบันทึกครับ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เมื่อผู้ประเมินคนหนึ่งตรวจเสร็จ งานยังไม่ถือว่าปิดนะครับ ต้องส่งต่อไปยังคนถัดไปตามลำดับ ผู้ประเมินคนถัดไปจึงจะรับงานและเห็นข้อมูลที่เกี่ยวข้อง ตรงนี้สำคัญครับ เพราะแต่ละงานอาจมีจำนวนขั้นไม่เท่ากัน เมื่อส่งต่องาน สถานะและผู้รับผิดชอบจะเปลี่ยนไปตามลำดับที่กำหนดครับ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ทีนี้มาถึงขั้นสุดท้ายครับ เมื่อผู้ประเมินคนสุดท้ายยืนยัน ระบบจึงเปลี่ยนสถานะเป็นประเมินเสร็จสิ้น หรือ Completed คำว่า “คนสุดท้าย” ให้ดูจากลำดับของงานจริงนะครับ ไม่ได้หมายความว่าต้องเป็นผู้บริหารเสมอไป จากภาพรวมนี้ งานจะปิดเมื่อผู้ประเมินลำดับสุดท้ายยืนยันผลครับ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กรอกภาระงานและผลงาน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เมื่อเห็นภาพครบแล้ว ต่อไปเป็นเวลาของทุกท่านครับ ให้เปิดบัญชีที่เตรียมไว้ ผู้ที่เคยทดสอบแล้วลองเน้นตรวจความครบถ้วนและช่วยสังเกตสิ่งที่เปลี่ยนไป ส่วนผู้ที่เพิ่งเริ่ม ให้ทำทีละข้อ ไม่ต้องรีบครับ เลือกรายการ กรอกข้อมูล ตรวจคะแนน แนบหลักฐาน แล้วบันทึกร่าง เมื่อทำเสร็จให้ยกมือเรียกผมหรือทีมงานได้เลย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ก่อนจบช่วงนี้ ถ้าใครติดขัดให้ลองตรวจสี่จุดก่อนครับ หนึ่ง รอบและรายการที่ได้รับมอบหมาย สอง สิทธิ์ของบัญชี สาม สถานะปัจจุบันของงาน และสี่ ข้อมูลบังคับหรือหลักฐาน ถ้าคะแนนผิดปกติ ให้ย้อนดูค่าที่กรอกกับหน่วยก่อน หากยังแก้ไม่ได้ ให้จดชื่อรายการ สถานะ และข้อความที่พบ จะช่วยให้ผู้ดูแลระบบตรวจได้เร็วขึ้นครับ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ตอนนี้มีใครติดที่การเปิดงาน การกรอกข้อมูล การคำนวณคะแนน หรือการแนบหลักฐานไหมครับ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วันนี้ขอให้จำไว้สามเรื่องครับ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29ca5e63e340b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5f5f44ecba4047" /><Relationship Type="http://schemas.openxmlformats.org/officeDocument/2006/relationships/slideLayout" Target="/ppt/slideLayouts/slideLayout1.xml" Id="R7f3428e08d3d4b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3428e08d3d4b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8cc670a3b44b1" /><Relationship Type="http://schemas.openxmlformats.org/officeDocument/2006/relationships/image" Target="/ppt/media/image.jpeg" Id="Rca806ae180c1486d" /><Relationship Type="http://schemas.openxmlformats.org/officeDocument/2006/relationships/image" Target="/ppt/media/image.png" Id="R603230b501ae4cd3" /><Relationship Type="http://schemas.openxmlformats.org/officeDocument/2006/relationships/image" Target="/ppt/media/image2.png" Id="Rb9fb159f1d604f27" /><Relationship Type="http://schemas.openxmlformats.org/officeDocument/2006/relationships/notesSlide" Target="/ppt/notesSlides/notesSlide1.xml" Id="Rbdfc0f7572a64a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2b9c8fbdc49bd" /><Relationship Type="http://schemas.openxmlformats.org/officeDocument/2006/relationships/notesSlide" Target="/ppt/notesSlides/notesSlide2.xml" Id="R7f81ad7cb1dc40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fd21c9797476f" /><Relationship Type="http://schemas.openxmlformats.org/officeDocument/2006/relationships/notesSlide" Target="/ppt/notesSlides/notesSlide3.xml" Id="R4472271c94f64d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7c33877854014" /><Relationship Type="http://schemas.openxmlformats.org/officeDocument/2006/relationships/notesSlide" Target="/ppt/notesSlides/notesSlide4.xml" Id="Rcf745c7b12f245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ae04a6e8142ee" /><Relationship Type="http://schemas.openxmlformats.org/officeDocument/2006/relationships/notesSlide" Target="/ppt/notesSlides/notesSlide5.xml" Id="Rbeec54833cd847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fc364dd5c4266" /><Relationship Type="http://schemas.openxmlformats.org/officeDocument/2006/relationships/notesSlide" Target="/ppt/notesSlides/notesSlide6.xml" Id="Rd26abc0353914a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83d36346643e7" /><Relationship Type="http://schemas.openxmlformats.org/officeDocument/2006/relationships/notesSlide" Target="/ppt/notesSlides/notesSlide7.xml" Id="R6cbb7a86f73e45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66b6c6af41c1" /><Relationship Type="http://schemas.openxmlformats.org/officeDocument/2006/relationships/notesSlide" Target="/ppt/notesSlides/notesSlide8.xml" Id="R708c61949b9644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e565f36324a06" /><Relationship Type="http://schemas.openxmlformats.org/officeDocument/2006/relationships/notesSlide" Target="/ppt/notesSlides/notesSlide9.xml" Id="R47fe079a038b44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032a0baea4f89" /><Relationship Type="http://schemas.openxmlformats.org/officeDocument/2006/relationships/notesSlide" Target="/ppt/notesSlides/notesSlide10.xml" Id="R1bf40c853e9f47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476d170cc4c9b" /><Relationship Type="http://schemas.openxmlformats.org/officeDocument/2006/relationships/notesSlide" Target="/ppt/notesSlides/notesSlide11.xml" Id="Re8ff544142584d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05e327d0c4f81" /><Relationship Type="http://schemas.openxmlformats.org/officeDocument/2006/relationships/notesSlide" Target="/ppt/notesSlides/notesSlide12.xml" Id="Rf3e7b675d2c042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d9803355c4a9f" /><Relationship Type="http://schemas.openxmlformats.org/officeDocument/2006/relationships/notesSlide" Target="/ppt/notesSlides/notesSlide13.xml" Id="R73345db0518949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05d4caddfb4ff8" /><Relationship Type="http://schemas.openxmlformats.org/officeDocument/2006/relationships/notesSlide" Target="/ppt/notesSlides/notesSlide14.xml" Id="Rf64e3a668d474f1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137b342584918" /><Relationship Type="http://schemas.openxmlformats.org/officeDocument/2006/relationships/notesSlide" Target="/ppt/notesSlides/notesSlide15.xml" Id="Re26916ef4d7f4ed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6084b8a3a48d1" /><Relationship Type="http://schemas.openxmlformats.org/officeDocument/2006/relationships/notesSlide" Target="/ppt/notesSlides/notesSlide16.xml" Id="Rf60c4a111076409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246a546f94223" /><Relationship Type="http://schemas.openxmlformats.org/officeDocument/2006/relationships/notesSlide" Target="/ppt/notesSlides/notesSlide17.xml" Id="R80479ddd68e64d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1396ada9cb4bce" /><Relationship Type="http://schemas.openxmlformats.org/officeDocument/2006/relationships/image" Target="/ppt/media/image3.png" Id="Rf6699a90e5bc4d32" /><Relationship Type="http://schemas.openxmlformats.org/officeDocument/2006/relationships/notesSlide" Target="/ppt/notesSlides/notesSlide18.xml" Id="Ra27b981351554d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06ae180c1486d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D9F7B61F-FF6C-4CC4-B6D6-154B85B4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C1F980C-5A4B-4643-92C5-FD6032B3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230b501ae4cd3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4C0E8EC3-F8A9-4004-A09A-C29DCA627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DF7CA376-C781-4D85-959D-5DCCFD08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125778D-D4C5-40C3-A14A-A70590F7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19114847-2AAC-4854-AFE8-04C19C95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(MSU EVA)  •  สายวิชาการ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9266E308-0BB1-4105-BA9F-C1A9D588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73810668-F0A8-4536-A91B-F7BAA14D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70274488-4F01-4669-917C-4D3B1A7E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b159f1d604f27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1092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3E46C2ED-1243-4B33-808C-A2D854DE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29962F8D-A593-4425-B7F4-816A70DD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BADD951F-A624-4DA8-B874-D2467663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305C9-7416-4C22-903C-B8758113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D85AA-FD46-4E84-B7B0-DEAC31C3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34A0C-5A88-4B01-A1E7-44FD7BDD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BB930-48D9-4572-A8FF-E5814167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5DADF-A91F-494F-A052-980C7D73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C07E2-7E55-41DA-BD61-51CEFA76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3CCA1-F278-49FB-8521-0D01389D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5E4FF-2613-4330-98CE-D38C3DFB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68328-31DA-4517-92CC-D02D5164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39814-2343-4D1B-A956-B13FC2BF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906517F7-6235-4092-BE3D-F111EDD5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2757CA-EAF7-495F-A099-99636CD1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EDEEC3-E019-439D-8723-D3448F78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636BB1CB-AE50-41E2-8E0A-122404F5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69F0790B-6E69-4F23-9D01-8A2DAD93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720C8DD-D98F-492E-BC34-9E4A213E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7463960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6EA24435-49B9-4A62-8B06-A7E2A170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3F145EDA-6EB7-45C3-9D4C-A69CC9AD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รู้จักระบบ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AF2D1107-1AE0-4A09-B5AF-F63E15DB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B535BD-CEE8-4F0A-90D2-9AF93F94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8339BDA6-1B83-4137-BEF1-3F4688F3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CBDF1-2BC0-4BFE-B989-C1AA83F3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B4744-8579-4321-85B5-1CB3A4E6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EA661C-5237-4B44-8941-BDB2A010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82052-9BCF-4337-9B5F-41C4CE21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B34FA-9544-4A7F-9FCA-8C5C0C37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59392-B19D-4798-9B5B-CC9BF4BA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06CDAF-E916-4157-AA86-2C6ADD3A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340CE9-1ED0-4A21-B726-DEC97FB1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34B91-912A-48D4-AA41-7348AE22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4EA6F5-C412-44DC-9E36-F00951ED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8F2214-AF5D-4847-A18D-5C32CD0F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0624F-EFF6-4A5A-AA86-2D29AC4B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7A283B-BD7B-4934-988A-C5EB89E4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3E5D89-7A50-4595-9203-F56F90EA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62850-3BCD-4F56-BFF6-BEF4D455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05B241-948A-43DF-9FEC-D0016D6E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A2D3C3-3A6B-4AAA-AE53-B3D069F36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E4853-5085-4444-B286-F87E3C9B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CE50A-2626-4372-949F-14AFD005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49BDAD-E66E-43AC-B959-E827719E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260AC6-EF2E-4F98-90E7-94C20EBA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DE013D-B55B-463A-A629-0C24F05F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F970D33-3934-4C6C-9FA3-7DD3D9CD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68F0F43C-1BE2-443A-8786-B8769A13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24C9EC6C-C09E-48BB-8D02-384DF43A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9297362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277BA8FF-AAEA-4C50-915A-4C1FF0C8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BBEF98C0-0FE1-48DC-977C-1CF0B8D4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ผู้ใช้งานระบบ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6823376E-EB38-486F-A9A2-9FDEF36B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B850FE-F384-4DAB-B96B-8481879D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D2EB1-727D-4B03-8448-20CF1267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CC9C7-1E99-43FB-875F-94B7005B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A9687-EECC-44C4-8EA3-6CD8AA31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1220AD-F58D-48FE-9D76-40F204C8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6D16C-7FC7-4FF4-8953-1B8C1615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493DFA-5E06-4F57-935F-B03B6A20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6835B-F2D3-457D-ABB1-A0E3AE0A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7D6753-1A63-4DC9-880E-822FD545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F540DD-CB48-4579-A501-26FC3ECE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2852F-657B-4411-8E2F-8B954663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C3725-D0AA-43E0-BB87-1D1713912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393BEA-0994-460C-AEC1-8D76699E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868B60-9B3A-4590-BD4E-A879A1A48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BDFEC8-E08A-47BF-8852-4007503F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2F0C0-6B8D-4C6C-86A3-16C43631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6C2235-956F-4EF3-8F0D-D398416E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B6F766-E384-4946-BC75-7FAEA72C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64210C-EFC8-4D92-B1D3-CEC6457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226FBC-2910-41EF-B8AE-377256B3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0576CC-4EB9-45A7-8E7A-D1C675BD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C962899B-FE40-40A2-8A09-A68BC550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3AB4DF54-C674-4D3A-9750-A22D2248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8CBD13CE-DCFD-4A1D-8119-8A1AB539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673515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68926CA1-8407-44A7-ACB1-5B17E7BB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C9F6716A-C31E-4420-BA1F-7D6282D7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D4CE200B-BC7F-485F-92B7-450DA6D7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306F3-9474-4012-B5AA-E765EAF8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6CB6E66E-657B-4749-AFCF-78B87D79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61FEF3F8-C8BE-45AC-A6F2-26D0ED7A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5D79B2-7869-4500-9FC2-3FD53A30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DEC67-FAA4-4297-827A-9FA842BD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E07F4E-FD7A-4822-99BE-F5A88B0F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63F34C-6E49-4E73-878B-D831323A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026761-FD69-41EB-912D-EDF959DA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DDCF1-5B2D-4C6C-9000-C6121AD3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72788-3F6F-4D83-9D84-2759CF92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DEB66-43AD-40B7-BC10-B05CA0EE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2CFFA-8456-42A2-9983-2C05D774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FAB4F-160A-47D5-8366-51134DC8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1D034D-F365-49CC-BDCE-15B6FAD9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C67D32-CCFE-4CB9-9E5E-3C8FBEFD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7E59B-0822-4430-B763-D2003D9E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2639F-86F0-4A30-975F-F9440EBF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4C5C95-8188-462B-9F53-C9C37AB1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A66755-7962-4CF8-B971-EC0BC632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581D7F-4FE1-4BA2-9CEB-D506A3DB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BFE1AE-D14E-4D75-8B9B-0DA188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E98963-1218-4BD5-9B3C-885DD50B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ECA634-3ABF-461F-B4D7-B49F131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AF99EA-BAB1-4564-87BF-C86042B1F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A3C3B0B-C034-4F5C-BCE6-7986BF80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3E4B7D0E-3AF8-4AA1-8737-14B9EE4A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5F96EAB1-F01F-4DF7-9BC1-EAE84CBF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1272358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FD2F40DD-59F5-4471-B18C-DA25F77F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D26EFAF9-E653-455D-B9E8-3C282520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0B23B70C-191F-4403-B27D-62BA9142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798583-E733-4132-997F-D0255CB6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ผู้รับการประเมินกรอกข้อมูลวิชาการและแนบหลักฐานให้ครบ ก่อนส่งให้ผู้ประเมินตรวจ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8D433-6544-4989-A9DE-574B61BF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F8681-FF26-436B-A0E6-AB4BB7B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E17F0-FC87-4EBF-ABB9-AE3DF2F1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A14CA-1855-496B-8599-22A802A7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D9183-EF3C-4D9E-AE72-117C1747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F48C8-ED0B-46BD-BCA7-E8862B3F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22303-42A5-4171-B2EF-BB914B9C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EB690-B7B7-44DC-95DE-667A5FBE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8BD44-FC6A-4313-A94C-34777013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7E6517-63D2-410E-A37F-4868884C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9AD4E8-6721-4EE0-9933-E3037419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DC4ED-95DC-4094-AF21-F0110525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5F3508-F49E-4F8E-A498-0F4A86F2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5EC03C-A9A9-4B25-8F8A-FA487E31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3A3442F-6410-43EC-81B4-B45375EE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6C7230D1-4BC9-4150-94D5-2E0E8792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80E60C70-B2D3-419B-B5D8-5A5F0E24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8031174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2A78D2FB-BF7A-4FE9-BCBD-16F59CAB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3B84D24B-7560-430F-9177-F81DCFF5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C741A931-E4BF-48F2-9F7B-B5147E6C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937F02-917A-4CD9-9573-4F72B958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3C44E-9994-40E2-9C58-7A9CB3F7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9CBFCC-2E04-4725-B7B1-86BD15D3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33E21-9A66-4BE5-9BDA-398E3DF0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0C2F6-FF00-488B-850F-E356F291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48D15-D4F2-49CD-A3BB-11FE3303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72051-64FF-4D6B-A2C2-0B123799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A9D3A-BF1D-495B-B0A1-D407B512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8AFCA8-D84B-4BD3-A032-38E43936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24BF45-832D-47E8-A90D-2248C300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57B772-1C96-4878-A0A2-930C52FD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8B5286-BE65-439A-8DE1-29F4E88D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D34EB-2F71-49A7-9ED6-36F41FEE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EB75AB39-465B-4AFB-ADB2-37D8C295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6928F9-8E85-4EA4-A907-1189759E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68DF1-A4BB-4936-91D7-31659551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AA042-8475-40F3-BBDD-076F34F3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5EAA7-E819-4077-A9E5-A029C7CB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76ED9-A05A-41C3-9C1B-D4843388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FA30C7-D379-4F6E-B49A-C5C84CF5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8B421F-6553-47CB-8195-5B2D2F04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F34EC543-DDB4-4B58-949B-9CE12083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14AE3DE4-2063-44FD-8273-72823FD65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D6F46EC2-032E-41D8-98D6-E94CE403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7644583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3AB54EC4-C75C-4C5F-B8AB-3962D5D1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DA66F23D-6B0D-4078-A324-8329F1D4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00880EC9-754E-4E18-9EB2-871EFF7B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88BC5-415E-46B1-AF7E-81C78125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A5C4A-9DFD-4413-954B-7F4A9463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3CD29E-C7FC-4A28-82D7-94F0893C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AE85D-D75E-4050-B7E3-27BAE1F9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8126FA-E03C-4EA4-B7F2-9E5390B8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A3CE2-A1BF-43D6-B8DE-B38F3412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360AF8-A3F3-4699-9DDB-1CFC3686A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B8E53-98FF-425D-BE06-B30E4AEA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A9E48-AF71-4BAB-8C08-B7E6EE11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0882F-EE69-4E59-94A2-164919EA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01152C-7D87-44C6-9A44-A31BCEC8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0CC65-9189-4703-8CD6-FF865B0C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6690A6-92EB-418A-B683-BAA677C7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A5C8AC-D2D1-41F8-A101-E73D6834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8C131-BE7E-4919-8CF4-D5820E71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FE03CB-98CB-410E-AC1B-4C364954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640FD2-308D-4AA3-B872-A7760E11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30F53C-C1E0-46BC-8B2B-128634A6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0232D8-BD29-4E66-B6DB-C593346C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883EDFB6-1566-4EC1-A62F-592201A8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2543DB9B-4DAB-429D-973D-BA309131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EA1E7B7-29C4-4965-9CB4-3F347D16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2795109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4B3F8C4A-0A65-4138-A495-046AC474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6B0B73A5-DB27-455F-B5D3-0243DDFE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4E204E3D-3D8D-4BB6-BE38-E3162BF3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8787D3-59C7-408C-AAC5-EB6B8FE9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24C86-7598-4FF7-BB2B-F820E07D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7015B-A2F8-4B20-8BEF-98A895D5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C9B50-8D39-491A-809F-874F7CD9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B22CCC-A135-4EA5-BD00-A80834FA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29241F-E656-4FFB-A1E8-F39412F7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A8E042-0448-48AD-BF09-99261B68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877AE2-55C2-4558-8C03-3B5DD40D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AFE52-4C26-444F-B5BD-FB1A3095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4D00B-9161-450A-ACB8-45772E2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83989-8D86-4DB1-9F98-CE674E9C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BE0F5-6B7C-42A6-81A9-0DE3D15E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F53C49-683E-4188-90A5-D457543D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882D4-44A7-4FCB-A34F-DA8E6F38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1374F4-1E1F-47B7-B4E6-720A7C3E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DBE73-287B-49D8-BE06-086B881B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F43252-393A-4B14-B802-71493AD8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94C4AE-4478-4F00-8571-0E6CD073D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8F98F8F3-B117-408C-A057-88AE322E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F9963923-4A4D-4515-AE25-8BD80F5A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775CA1A7-2998-413A-964A-C6AD3747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6322739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A8765A30-8DB1-4BB3-93B4-49316C6A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34E4C6F1-1D54-40E6-8278-3D3A88E0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3B6C2C92-27C1-4777-90C4-D4260EB2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E33B3-416C-4481-BDD1-162BFF14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DA07D0-9F19-4F0B-9587-9DC07A62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7B4AE-3C58-4E74-9632-94409C2E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0AD4DD-2C6A-47F7-9A84-CB24DC78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47A177-39F8-4376-A6F9-6015A0C9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ED4FE-AC82-40F8-9B03-9B0AF265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E70E6A-07DD-4D73-8DB1-31657801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06C08E-F8C2-4D8A-B24D-E33F110A2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C0F3A-B296-469E-B541-D3A78727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B6AA6-F549-496B-9E47-7A819EFA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1DC087-86EF-4B72-ADC4-E40A5ADC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04002B-EFE6-46E8-A4CF-43E04570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BABFE4-9FE4-46C3-91FE-ABBE7388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D95533-73F4-4AC4-8CB0-A117CD84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0FB54278-ADF1-462D-AE21-9F56E410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FB5D8E37-9333-4342-86F9-FB572898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05A2E422-F2FB-4469-B94E-475CA58B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5708299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FFB29332-E203-46BE-8945-242C77E6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F716D330-8400-4D2C-9A38-F117E6F2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922BEFC7-EFC2-4794-8640-464142F2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7170E-DB1A-41EC-BC07-E406F177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99A78B-226E-4049-82E7-5E5CF81F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83728-519B-4B83-9856-AB9DD2C7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40E0D-88BF-46BA-B341-F785A893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EC20FF-26F3-43CE-9339-AA1D5F5F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195DB-449E-4797-999D-C50FC502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AEF96-9573-43EA-8149-1E59951A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A130BC-7997-4FB7-8FB3-E7E5C8A4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2191E4-C79B-4E6C-9235-057993A2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6E2C3F-4663-47F7-97FA-F67F72E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BE494-5FE6-4D88-A9C2-66623E37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09A8D2-756A-4BC1-AF1B-5263081C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9A93F-024C-4207-9332-9597CBD7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3D66B6-7378-41F3-AB83-415281DC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F6741-335A-4AD2-9FA4-4AFE8E14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BA2CE536-8F09-4689-AF70-8A670CC3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A4BF5D2A-9101-4E94-BA2A-A11AF3CA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6EE60B62-3FF4-43DE-82CC-F9C0AFEB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408759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A2C78C74-82EB-4A2C-9F11-E807FBB6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099F4006-505C-40F1-B0AA-EED6C2FB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2F1D2059-F483-4392-A8E9-F836CEC4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4671A35F-45BE-4F5A-A259-B1BC4AB2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77EA38-79E3-49F5-BFED-E61BA617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D923E-3F1B-4A47-BDE8-E246B9E1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E873492B-8DBE-48AE-A338-26E60AB7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9C3533-68BE-4477-A3F4-D8ADB001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338BA-FCC7-4936-92CB-A09804FA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1B40F-8D9B-4D22-A40B-16C97628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D4237CF0-899A-4FBB-9FD0-B0ED7258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B40865C0-73AE-4F5B-B852-415E4A43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E503171F-6D55-4D02-A0B1-A690B9FC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5786580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AAB6A0FA-F268-47D6-8758-0699873D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35D40BE-920D-4398-A57E-26590E3E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5A9E0D30-4069-4202-AB04-54E9345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738A1-DF13-4406-8856-8DC774F7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AF4E4-B1C4-45FF-92E5-F2ED8FFA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3C1751-C42E-491E-BDAC-B71DBEB3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B4053A-E713-4266-B89E-C7EB3BF4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AC46C-63E4-465E-9254-93AC7E44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B2628-5A05-4153-A49C-622BC81D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19CF54-B282-4CC3-84C3-96479970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FE2C8-9EC2-4081-9F3B-B9006CA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19926-8E0B-4BBF-B240-7DED8D01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1B1EB-F545-4D1D-8922-89AF3608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DC3CA-C7B2-488A-949B-D5F1FF89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2C6AAD-0BBB-4443-8CC2-0A542D86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EC459C-CA55-4596-B57C-22414FF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FB069A-DCF4-41E9-8892-8AAD3424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6874C8-188C-443B-893C-659EEF22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64CB1-C9D6-421D-AC9D-2989F9D9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ABCE5-A5D9-4DCA-B340-B34C0181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110BD-50B9-4964-8945-A177395E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7654F778-5F91-4905-A9C4-EFCDE182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AFF4F16D-6AA4-4FF0-9647-C396B01C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4E2CF203-C1E1-4EF6-83BB-E27925FC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719725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C22C029D-202B-4322-90EF-1D65B0CB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1DAAA7A6-D85B-4F09-849F-7A42214A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78BF02B6-FC47-4002-A61F-D3F80992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D444C-A28D-4E62-82E2-856EA34B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B9A896-EAFC-4CCF-9897-065C3B67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86CF7-C001-40CD-BAA1-11A47FA7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C9C15-7E70-4F59-8BF7-C7862F71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77B58-4D19-4DBF-9133-4D969B3D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4BA3FE-DFC7-48B8-8D41-1FB85D9C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A5975-D4D6-4406-A097-C78E59CE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5ED00E-5734-4730-8349-8017A7BE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81B1E-7F89-452C-8ACC-B661D97F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2DF03-EFC7-4D4D-A9FD-E143F62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F87C4-E033-4135-8F33-4818A342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FF364-8197-4DE4-88D4-15F7B1BD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3615D1-632E-4C98-84BB-D8D8929D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FBA10-73DD-40F9-942E-747F31C3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201ED7-66DE-4D01-8D97-FF68C44F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1F582-2ADC-4B9B-9B95-A831BA3E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F84720-374E-4737-82E1-B1A39F7D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8E3A983B-1174-44CB-9914-3AA8909B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A9CC7EA9-F6B1-4707-89D7-0BCCA576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795800E4-D67C-4033-BD81-231DE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5864988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A9EE4E31-4371-4923-A455-6ED75915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995A366E-DF99-43BE-BD3A-04CB3120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124915BC-C6F3-4185-8F8F-D81C922F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0BCE8-C65E-434A-9EAE-12A3CA07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C6F5E-E4A7-42ED-80EB-5428B921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C4E36B-B848-479E-A80D-2CA81158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28252-1DC6-40AD-942A-9D7041E2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B63D3B-F712-416B-9ED6-626A8585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8B4E2-3222-4050-B2FB-5BF584C9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F7A277-2292-466C-AF74-09BDD993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184A0-E234-4373-AEDA-0164B1D4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1068A-6F6A-442F-9D31-36591BD6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11F04-2E57-4745-AFF1-B58519E5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11CB8-9569-418D-8955-EFE6719B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7D26F0-B28F-4010-8213-66D03159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735BA9-B585-46F8-B3A0-CAAE110D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AB007D-9B65-458C-885C-14FEFFBA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1B7E3F8E-90A2-487E-833B-B8452F77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B9919573-5B62-4D27-9248-5B03D3C4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ECCBF928-6349-4FDD-ABCB-27BE4EC2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6820793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4713A-73AD-43E7-9CF0-8C5EA141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69712-D21E-4DB7-8165-698CFC8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48397-9942-4A33-8116-EE67F714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D380F-7EE3-41DE-8308-8002242E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1D8815-F476-4416-8DDC-26E0619B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FD56AB-E600-4489-9EED-BB70481D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A8734-746D-41D0-9443-2B9ADD36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81F49E-1678-4FC2-A394-426A0D2D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65B22-F285-4463-A059-C11DD8B5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77815-AC66-489A-8A46-8379948A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7150771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08D665F1-F37A-475E-895C-C0BFB866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5F421105-1FA4-48A6-8D1B-EAB50F27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3A64DB9E-046E-447E-B99D-7D27E33E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94B8E-148F-416A-8F50-0BEB4678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2AF829-73E9-4B18-AE73-6F809A94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9FD59-9632-4797-9E1A-BED49232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05D4F-B033-47C1-B525-D89217A7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802DEB-A135-47CC-8BCB-C86E8F53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88EACA-9935-43E7-B74E-6F3110B5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43BE1-A7CA-48EB-9369-E4AFBC24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725286-AAEA-4931-8007-870794E7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9C8E3-A650-4A29-BC67-893907F0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FF7EC0-3DB3-403E-95A4-0DE48527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F9493-CE1D-4EFD-9EBE-6CEADF58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EE42D-20AD-4819-8D01-E701F1F2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6DD5E6-9743-4EC4-A62E-58EE9BCA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B14C6-0548-40E9-B66E-EBA7E933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8F375-20F4-4A5E-B220-9B74E6BA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41D231AD-C953-4118-B22A-4D4E42C2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03006319-02AE-48AA-8E33-74B93EFF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5C830F05-B761-4F8D-85F5-13536FAA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2495723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9C9B99F3-0244-488B-A11C-01F64B41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0CF046A1-0EFB-4571-91A1-9BF19049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F198F0BA-AA70-46D9-955D-9F8861F9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2C036-AB94-47F9-8E71-70523C10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78A1E-C900-4BAF-97EA-085CBAC0C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26256-2636-468F-8B33-E3F93068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F9465-87ED-4B10-8454-F1B9750D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1EB3B-2331-49D9-A775-F1CDD861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F2E674-E36C-422A-97F3-14B1F040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E6C8D4-535D-470B-9363-4B1492D7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C9E218-7F19-4F66-B7CD-EB838489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A680E-5B56-4100-B24E-6B8703B9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A2AB27-2DC9-470B-8970-C18A8290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75BBCF-9A28-4391-BC48-3C8D4392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ABE4D0-4E9C-456F-9783-443C7A96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4B5B6E-5F27-42BE-957D-2E473BA1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937EC-6111-41EB-8F1F-66A31192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5C4414-BB40-44C5-A886-6278C6A9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F2A527-4CAA-4802-A0A6-2E39241C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B77F0C-8884-4AB8-8940-E2C640FF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99a90e5bc4d32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13652DA9-2FDE-4DEC-8992-1AFC6381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E57228F5-37CC-4D9E-9398-F711BF19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398E40EC-4A21-4391-A468-28434DB3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3816729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2026-08-01T10:03:51.5630000Z</dcterms:created>
  <dcterms:modified xsi:type="dcterms:W3CDTF">2026-08-01T10:03:51.5630000Z</dcterms:modified>
</coreProperties>
</file>