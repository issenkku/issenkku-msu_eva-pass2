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d0ea366e54485f" /><Relationship Type="http://schemas.openxmlformats.org/officeDocument/2006/relationships/extended-properties" Target="/docProps/app.xml" Id="R7e82d6d108ec4277" /><Relationship Type="http://schemas.openxmlformats.org/officeDocument/2006/relationships/officeDocument" Target="/ppt/presentation.xml" Id="Rd05c90e2535e45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f91effc18d4f70"/>
  </p:sldMasterIdLst>
  <p:notesMasterIdLst>
    <p:notesMasterId xmlns:r="http://schemas.openxmlformats.org/officeDocument/2006/relationships" r:id="Rc99ea6f0941d4264"/>
  </p:notesMasterIdLst>
  <p:sldIdLst>
    <p:sldId xmlns:r="http://schemas.openxmlformats.org/officeDocument/2006/relationships" id="256" r:id="R4a8c07ac9f984cb8"/>
    <p:sldId xmlns:r="http://schemas.openxmlformats.org/officeDocument/2006/relationships" id="257" r:id="R391983b9ef2b4e75"/>
    <p:sldId xmlns:r="http://schemas.openxmlformats.org/officeDocument/2006/relationships" id="258" r:id="R8afcdcd27c744aa8"/>
    <p:sldId xmlns:r="http://schemas.openxmlformats.org/officeDocument/2006/relationships" id="259" r:id="R9702882e7e5f4558"/>
    <p:sldId xmlns:r="http://schemas.openxmlformats.org/officeDocument/2006/relationships" id="260" r:id="R0a1f5aaf97f24d08"/>
    <p:sldId xmlns:r="http://schemas.openxmlformats.org/officeDocument/2006/relationships" id="261" r:id="R8a743b8740e34c86"/>
    <p:sldId xmlns:r="http://schemas.openxmlformats.org/officeDocument/2006/relationships" id="262" r:id="R26129a33df784596"/>
    <p:sldId xmlns:r="http://schemas.openxmlformats.org/officeDocument/2006/relationships" id="263" r:id="Re44fffe7c81c4644"/>
    <p:sldId xmlns:r="http://schemas.openxmlformats.org/officeDocument/2006/relationships" id="264" r:id="R134bb089b6254071"/>
    <p:sldId xmlns:r="http://schemas.openxmlformats.org/officeDocument/2006/relationships" id="265" r:id="Rc3c9a7783c914049"/>
    <p:sldId xmlns:r="http://schemas.openxmlformats.org/officeDocument/2006/relationships" id="266" r:id="Rb7c23baa118e4c3b"/>
    <p:sldId xmlns:r="http://schemas.openxmlformats.org/officeDocument/2006/relationships" id="267" r:id="Rf9d6b96246fe4941"/>
    <p:sldId xmlns:r="http://schemas.openxmlformats.org/officeDocument/2006/relationships" id="268" r:id="R0fbcaf35c4c14903"/>
    <p:sldId xmlns:r="http://schemas.openxmlformats.org/officeDocument/2006/relationships" id="269" r:id="Rc906777dbc6c4f8d"/>
    <p:sldId xmlns:r="http://schemas.openxmlformats.org/officeDocument/2006/relationships" id="270" r:id="R6b3c5f8449eb43d4"/>
    <p:sldId xmlns:r="http://schemas.openxmlformats.org/officeDocument/2006/relationships" id="271" r:id="Ra3a04178a20448d0"/>
    <p:sldId xmlns:r="http://schemas.openxmlformats.org/officeDocument/2006/relationships" id="272" r:id="R76864a6c612d46ec"/>
    <p:sldId xmlns:r="http://schemas.openxmlformats.org/officeDocument/2006/relationships" id="273" r:id="R04c3372932944f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69317302e24243" /><Relationship Type="http://schemas.openxmlformats.org/officeDocument/2006/relationships/slideMaster" Target="/ppt/slideMasters/slideMaster1.xml" Id="R35f91effc18d4f70" /><Relationship Type="http://schemas.openxmlformats.org/officeDocument/2006/relationships/notesMaster" Target="/ppt/notesMasters/notesMaster1.xml" Id="Rc99ea6f0941d4264" /><Relationship Type="http://schemas.openxmlformats.org/officeDocument/2006/relationships/presProps" Target="/ppt/presProps.xml" Id="R22c18a4d337c484b" /><Relationship Type="http://schemas.openxmlformats.org/officeDocument/2006/relationships/tableStyles" Target="/ppt/tableStyles.xml" Id="R68ad8fed97b743d9" /><Relationship Type="http://schemas.openxmlformats.org/officeDocument/2006/relationships/slide" Target="/ppt/slides/slide1.xml" Id="R4a8c07ac9f984cb8" /><Relationship Type="http://schemas.openxmlformats.org/officeDocument/2006/relationships/slide" Target="/ppt/slides/slide2.xml" Id="R391983b9ef2b4e75" /><Relationship Type="http://schemas.openxmlformats.org/officeDocument/2006/relationships/slide" Target="/ppt/slides/slide3.xml" Id="R8afcdcd27c744aa8" /><Relationship Type="http://schemas.openxmlformats.org/officeDocument/2006/relationships/slide" Target="/ppt/slides/slide4.xml" Id="R9702882e7e5f4558" /><Relationship Type="http://schemas.openxmlformats.org/officeDocument/2006/relationships/slide" Target="/ppt/slides/slide5.xml" Id="R0a1f5aaf97f24d08" /><Relationship Type="http://schemas.openxmlformats.org/officeDocument/2006/relationships/slide" Target="/ppt/slides/slide6.xml" Id="R8a743b8740e34c86" /><Relationship Type="http://schemas.openxmlformats.org/officeDocument/2006/relationships/slide" Target="/ppt/slides/slide7.xml" Id="R26129a33df784596" /><Relationship Type="http://schemas.openxmlformats.org/officeDocument/2006/relationships/slide" Target="/ppt/slides/slide8.xml" Id="Re44fffe7c81c4644" /><Relationship Type="http://schemas.openxmlformats.org/officeDocument/2006/relationships/slide" Target="/ppt/slides/slide9.xml" Id="R134bb089b6254071" /><Relationship Type="http://schemas.openxmlformats.org/officeDocument/2006/relationships/slide" Target="/ppt/slides/slide10.xml" Id="Rc3c9a7783c914049" /><Relationship Type="http://schemas.openxmlformats.org/officeDocument/2006/relationships/slide" Target="/ppt/slides/slide11.xml" Id="Rb7c23baa118e4c3b" /><Relationship Type="http://schemas.openxmlformats.org/officeDocument/2006/relationships/slide" Target="/ppt/slides/slide12.xml" Id="Rf9d6b96246fe4941" /><Relationship Type="http://schemas.openxmlformats.org/officeDocument/2006/relationships/slide" Target="/ppt/slides/slide13.xml" Id="R0fbcaf35c4c14903" /><Relationship Type="http://schemas.openxmlformats.org/officeDocument/2006/relationships/slide" Target="/ppt/slides/slide14.xml" Id="Rc906777dbc6c4f8d" /><Relationship Type="http://schemas.openxmlformats.org/officeDocument/2006/relationships/slide" Target="/ppt/slides/slide15.xml" Id="R6b3c5f8449eb43d4" /><Relationship Type="http://schemas.openxmlformats.org/officeDocument/2006/relationships/slide" Target="/ppt/slides/slide16.xml" Id="Ra3a04178a20448d0" /><Relationship Type="http://schemas.openxmlformats.org/officeDocument/2006/relationships/slide" Target="/ppt/slides/slide17.xml" Id="R76864a6c612d46ec" /><Relationship Type="http://schemas.openxmlformats.org/officeDocument/2006/relationships/slide" Target="/ppt/slides/slide18.xml" Id="R04c3372932944f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1e2e3cc03d45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68b511088543c5" /><Relationship Type="http://schemas.openxmlformats.org/officeDocument/2006/relationships/notesMaster" Target="/ppt/notesMasters/notesMaster1.xml" Id="R1b39337817644e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63eddefc6f4d64" /><Relationship Type="http://schemas.openxmlformats.org/officeDocument/2006/relationships/notesMaster" Target="/ppt/notesMasters/notesMaster1.xml" Id="R739a5f9822be45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fc2360f2ae48e6" /><Relationship Type="http://schemas.openxmlformats.org/officeDocument/2006/relationships/notesMaster" Target="/ppt/notesMasters/notesMaster1.xml" Id="R629f90ec8cf841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9519ec5f6945af" /><Relationship Type="http://schemas.openxmlformats.org/officeDocument/2006/relationships/notesMaster" Target="/ppt/notesMasters/notesMaster1.xml" Id="R3ce0aafde91d41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af287736af4f6f" /><Relationship Type="http://schemas.openxmlformats.org/officeDocument/2006/relationships/notesMaster" Target="/ppt/notesMasters/notesMaster1.xml" Id="R83209c7f5d6b4e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8b3c0e92c2474d" /><Relationship Type="http://schemas.openxmlformats.org/officeDocument/2006/relationships/notesMaster" Target="/ppt/notesMasters/notesMaster1.xml" Id="R06cc20e792f54b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f4e97e4175496b" /><Relationship Type="http://schemas.openxmlformats.org/officeDocument/2006/relationships/notesMaster" Target="/ppt/notesMasters/notesMaster1.xml" Id="Rbe77084301e14a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ab57e9e4b2449b" /><Relationship Type="http://schemas.openxmlformats.org/officeDocument/2006/relationships/notesMaster" Target="/ppt/notesMasters/notesMaster1.xml" Id="Ra35d9fcc406e43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018d472618452d" /><Relationship Type="http://schemas.openxmlformats.org/officeDocument/2006/relationships/notesMaster" Target="/ppt/notesMasters/notesMaster1.xml" Id="R2c0f8d02d9ba49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226888fe3c4268" /><Relationship Type="http://schemas.openxmlformats.org/officeDocument/2006/relationships/notesMaster" Target="/ppt/notesMasters/notesMaster1.xml" Id="R971e893de6a347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2a99de9e0464e0c" /><Relationship Type="http://schemas.openxmlformats.org/officeDocument/2006/relationships/notesMaster" Target="/ppt/notesMasters/notesMaster1.xml" Id="R780255d510bf45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abe43a0ad64b68" /><Relationship Type="http://schemas.openxmlformats.org/officeDocument/2006/relationships/notesMaster" Target="/ppt/notesMasters/notesMaster1.xml" Id="Rdf7b5f263e724e1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02c7ddd844437b" /><Relationship Type="http://schemas.openxmlformats.org/officeDocument/2006/relationships/notesMaster" Target="/ppt/notesMasters/notesMaster1.xml" Id="R00086182acac4d0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e5cb0900c444b51" /><Relationship Type="http://schemas.openxmlformats.org/officeDocument/2006/relationships/notesMaster" Target="/ppt/notesMasters/notesMaster1.xml" Id="Rdd5733b892794e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dd8f03134c443e" /><Relationship Type="http://schemas.openxmlformats.org/officeDocument/2006/relationships/notesMaster" Target="/ppt/notesMasters/notesMaster1.xml" Id="Reedea53c81de45a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fdb2c499fa4248" /><Relationship Type="http://schemas.openxmlformats.org/officeDocument/2006/relationships/notesMaster" Target="/ppt/notesMasters/notesMaster1.xml" Id="Rc9ba45a075d04a6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f80cb7c4f44838" /><Relationship Type="http://schemas.openxmlformats.org/officeDocument/2006/relationships/notesMaster" Target="/ppt/notesMasters/notesMaster1.xml" Id="Rc9494de196654f3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d7348e3456e4969" /><Relationship Type="http://schemas.openxmlformats.org/officeDocument/2006/relationships/notesMaster" Target="/ppt/notesMasters/notesMaster1.xml" Id="R97ff651a4ae84b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ขอต้อนรับเข้าสู่การอบรมการใช้งานระบบประเมินผลการปฏิบัติงานบุคลากร หรือ MSU EVA สำหรับบุคลากรสายวิชาการนะครับ วันนี้ในห้องนี้มีทั้งท่านที่เคยช่วยทดสอบระบบมาแล้ว ท่านที่เพิ่งเข้ามาใช้งานครั้งแรก รวมถึงผู้ประเมิน กรรมการ และผู้บริหาร ไม่เป็นไรครับ เดี๋ยวเราจะค่อย ๆ ไปด้วยกัน ช่วงแรกผมจะพาทำความรู้จักระบบและบทบาทต่าง ๆ ก่อน หลังจากนั้นผมจะสาธิตหนึ่งรอบ แล้วทุกท่านจะได้ลองใช้บัญชีที่เตรียมไว้ครับ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ก่อนเริ่ม ขอชวนทุกท่านตั้งเป้าหมายร่วมกันนิดหนึ่งครับ วันนี้เราไม่จำเป็นต้องจำทุกปุ่ม สิ่งที่อยากให้ทำได้คือเปิดงานหนึ่งรายการ ตรวจข้อมูล กรอกผลงาน แนบหลักฐาน ถ้าข้อมูลยังไม่ครบ ให้บันทึกร่างไว้ก่อน เมื่อข้อมูลและหลักฐานครบแล้วจึงส่งแบบประเมินครับ รอบประเมินเป็นสิ่งที่ผู้ดูแลระบบกำหนดไว้ให้แล้วนะครับ เรามีหน้าที่ตรวจว่ารอบและงานที่ได้รับมอบหมายถูกต้อง เมื่อเห็นเป้าหมายตรงกันแล้ว ต่อไปเรามาดูว่าระบบนี้ช่วยงานส่วนใดบ้างครับ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หลายท่านอาจคุ้นกับระบบในฐานะหน้ากรอกแบบประเมิน แต่จริง ๆ ระบบดูแลงานตั้งแต่ต้นจนจบเลยครับ เริ่มจากผู้ใช้และสิทธิ์ เกณฑ์ประเมิน รอบและการมอบหมายงาน ไปจนถึงการกรอก การประเมิน การติดตามสถานะ และการส่งออกรายงาน ส่วนการเตรียมระบบเหล่านี้เป็นหน้าที่ของ Admin ผู้ใช้งานทั่วไปจึงไม่ต้องสร้างหรือเลือกรอบประเมินเองครับ เราเพียงตรวจรอบกับงานที่ได้รับ แล้วทำตามสิทธิ์ของเรา ทีนี้เรามาดูกันครับว่าในระบบมีใครบ้าง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ระบบมีผู้ใช้งานหลักห้าบทบาทครับ ได้แก่ Admin ผู้รับการประเมิน ผู้ประเมิน กรรมการ และผู้บริหาร แต่ละคนจะเห็นเมนูและปุ่มไม่เหมือนกัน ตรงนี้ขอเน้นนิดหนึ่งครับ Admin เป็นผู้กำหนดผู้ใช้ เกณฑ์ รอบประเมิน การมอบหมาย และลำดับผู้ประเมิน ส่วนผู้ประเมิน กรรมการ และผู้บริหารจะเป็นขั้นตรวจตามที่ Admin จัดไว้ บางงานอาจไม่ได้ใช้ครบทุกบทบาท และงานจะเสร็จสมบูรณ์เมื่อผู้ประเมินลำดับสุดท้ายกดยืนยันผลครับ เมื่อรู้จักคนในระบบแล้ว ต่อไปมาดูเส้นทางของงานกันครับ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ทีนี้ลองมองภาพรวมจากซ้ายไปขวานะครับ งานเริ่มจากผู้รับการประเมินเปิดรายการและกรอกข้อมูล เมื่อข้อมูลพร้อมจึงกดส่งแบบประเมิน จากนั้นระบบจะส่งงานไปยังผู้ประเมินทีละคนตามลำดับที่กำหนดไว้ ไม่ได้ส่งให้ทุกคนพร้อมกันครับ เมื่อผู้ประเมินคนสุดท้ายยืนยัน สถานะจึงเปลี่ยนเป็นประเมินเสร็จสิ้น หรือ Completed จำภาพนี้ไว้ก่อนนะครับ เพราะอีกสักครู่ทุกปุ่มที่เราดูจะสัมพันธ์กับเส้นทางนี้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ผู้รับการประเมินต้องกรอกข้อมูลและแนบหลักฐานให้ครบครับ ถ้ายังไม่ครบ ให้บันทึกร่างไว้ก่อน ยังไม่ต้องส่งแบบประเมิน ผู้ประเมินจะตัดสินใจจากสิ่งที่เราเตรียมไว้ ถ้าข้อมูลชัดและหลักฐานเปิดได้ งานก็เดินต่อได้ง่าย เมื่อเข้าใจหน้าที่นี้แล้ว ต่อไปเรามาดูจุดเริ่มต้นบนแดชบอร์ดครับ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ต่อไปขอพาทุกท่านมาที่แดชบอร์ดของฉันครับ ก่อนเปิดงานให้ตรวจสามอย่าง คือรอบประเมินที่ผู้ดูแลระบบกำหนด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ถ้ารอบหรือรายการไม่ถูกต้องให้แจ้งผู้ดูแลระบบก่อน บนแดชบอร์ดให้สังเกตตำแหน่งชื่อรอบ ชื่อรายการ และปุ่มเปิดงานครับ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เมื่อเปิดรายการเข้ามาแล้ว ลองสังเกตนะครับว่ารายวิชา ภาระงาน ผลงาน และหลักฐานควรเล่าเรื่องเดียวกัน รายวิชาบอกบริบท ภาระงานบอกว่าเราทำอะไรและทำมากน้อยเพียงใด ผลงานบอกผลที่เกิดขึ้น ส่วนหลักฐานช่วยยืนยันข้อมูล ถ้าสี่ส่วนนี้ไม่สัมพันธ์กัน ผู้ประเมินก็จะต้องเดาหรือขอข้อมูลเพิ่มครับ เพราะฉะนั้นก่อนกรอก เราควรเลือกเกณฑ์ให้ตรงกับงานจริงก่อน แล้วค่อยไปดูข้อมูลเชิงปริมาณครับ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ให้ไล่ดูทีละช่องนะครับ เริ่มจากค่าน้ำหนัก ภาระงานมาตรฐาน แล้วจึงกรอกภาระงานที่ทำได้ ระบบจะคำนวณคะแนนให้ ตรงนี้อย่าดูเฉพาะตัวเลขสุดท้ายครับ ให้ตรวจหน่วย ช่วงค่า และทศนิยมด้วย ถ้าคะแนนดูแปลก ให้ย้อนกลับไปดูค่าที่กรอกก่อนเป็นอันดับแรก วิธีนี้ช่วยให้เราอธิบายที่มาของคะแนนได้ชัดเจน แล้วต่อไปเราจะดูข้อมูลอีกแบบหนึ่ง คือผลงานเชิงคุณภาพครับ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ทีนี้มาดูข้อมูลเชิงคุณภาพครับ ส่วนนี้ไม่จำเป็นต้องเขียนยาว แต่ควรตอบให้ครบสามเรื่องว่าเราทำอะไร เกิดผลอย่างไร และตรวจจากหลักฐานใด ลองคิดว่าผู้ประเมินอ่านเพียงครั้งเดียวแล้วควรเห็นภาพงานของเราได้ครับ หลีกเลี่ยงคำกว้าง ๆ ที่ไม่บอกบทบาทหรือผลลัพธ์ ถ้าข้อความสัมพันธ์กับเกณฑ์และหลักฐาน ก็ถือว่าพร้อมในระดับหนึ่งแล้ว ต่อไปเรามาตรวจว่าหลักฐานแบบไหนจึงจะใช้งานได้จริงครับ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ตรงนี้ขอเน้นนิดหนึ่งครับ หลักฐานที่แนบไม่ได้วัดแค่ว่ามีหรือไม่มี แต่ต้องเปิดได้ ตรงกับรายการ และรู้ว่าเป็นเอกสารอะไร ทางที่ดีให้ทดลองเปิดลิงก์ในหน้าต่างที่ไม่ได้ใช้บัญชีเจ้าของเอกสาร จะได้เห็นเหมือนที่ผู้ประเมินเห็น หลักฐานควรผ่านการตรวจทั้งการเปิดลิงก์และความตรงกับรายการครับ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เมื่อกรอกข้อมูลแล้ว เราจะเจอสองทางเลือกครับ ถ้ายังมีส่วนที่ต้องกลับมาแก้ ให้เลือกบันทึกร่าง งานจะยังไม่ถูกส่งต่อ แต่ถ้าข้อมูลบังคับและหลักฐานครบแล้ว จึงเลือกส่งแบบประเมิน เพราะหลังส่ง งานจะเข้าสู่ลำดับผู้ประเมินและเราอาจแก้ไขไม่ได้ในช่วงนั้น ก่อนกดยืนยัน ลองถามตัวเองสั้น ๆ ครับว่า ผู้ประเมินเห็นข้อมูลครบและเข้าใจที่มาของคะแนนแล้วหรือยัง วันนี้ตอนทดลอง ทุกท่านหยุดที่บันทึกร่างก่อนนะครับ แล้วเรามาดูกันต่อว่าเมื่อส่งจริง งานจะไปไหน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หลังจากกดส่ง งานไม่ได้หายไปและไม่ได้ไปถึงทุกคนพร้อมกัน ระบบจะส่งให้ผู้ประเมินตามลำดับที่ Admin กำหนดไว้ ผู้ประเมินคนปัจจุบันจะเห็นงานและดำเนินการได้ ส่วนคนถัดไปต้องรอการส่งต่อก่อน จำนวนผู้ประเมินอาจต่างกันในแต่ละงานนะครับ เพราะฉะนั้นเวลาอยากรู้ว่างานอยู่ที่ใคร ให้ดูสถานะและลำดับของรายการนั้นเป็นหลัก ต่อไปเรามาดูมุมของผู้ประเมินครับ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ตอนนี้เรามองจากฝั่งผู้ประเมินนะครับ เมื่อได้รับงาน สิ่งแรกที่ควรทำคืออ่านข้อมูลให้ตรงกับเกณฑ์ ตรวจคะแนน และเปิดหลักฐานจริงก่อนให้ผล ถ้าข้อมูลไม่ครบ ให้ใช้ตัวเลือกที่ระบบเปิดให้ตามสิทธิ์ ไม่ควรเดาจากชื่อรายการอย่างเดียว เมื่อผู้ประเมินได้รับงาน ควรแยกให้ชัดว่าข้อมูลใดมาจากผู้รับการประเมิน และส่วนใดเป็นการตัดสินใจของผู้ประเมินครับ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เมื่อผู้ประเมินคนหนึ่งตรวจเสร็จ งานยังไม่ถือว่าปิดนะครับ ต้องส่งต่อไปยังคนถัดไปตามลำดับ ผู้ประเมินคนถัดไปจึงจะรับงานและเห็นข้อมูลที่เกี่ยวข้อง ตรงนี้สำคัญครับ เพราะแต่ละงานอาจมีจำนวนขั้นไม่เท่ากัน เมื่อส่งต่องาน สถานะและผู้รับผิดชอบจะเปลี่ยนไปตามลำดับที่กำหนดครับ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ทีนี้มาถึงขั้นสุดท้ายครับ เมื่อผู้ประเมินคนสุดท้ายยืนยัน ระบบจึงเปลี่ยนสถานะเป็นประเมินเสร็จสิ้น หรือ Completed คำว่า “คนสุดท้าย” ให้ดูจากลำดับของงานจริงนะครับ ไม่ได้หมายความว่าต้องเป็นผู้บริหารเสมอไป จากภาพรวมนี้ งานจะปิดเมื่อผู้ประเมินลำดับสุดท้ายยืนยันผลครับ</a:t>
            </a:r>
          </a:p>
          <a:p xmlns:a="http://schemas.openxmlformats.org/drawingml/2006/main"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 xmlns:a="http://schemas.openxmlformats.org/drawingml/2006/main">
            <a:r>
              <a:t>[สาธิตต่อเนื่อง]</a:t>
            </a:r>
          </a:p>
          <a:p xmlns:a="http://schemas.openxmlformats.org/drawingml/2006/main">
            <a:r>
              <a:t>1. เปิดแดชบอร์ดและรายการที่ได้รับมอบหมาย</a:t>
            </a:r>
          </a:p>
          <a:p xmlns:a="http://schemas.openxmlformats.org/drawingml/2006/main">
            <a:r>
              <a:t>2. กรอกภาระงานและผลงาน</a:t>
            </a:r>
          </a:p>
          <a:p xmlns:a="http://schemas.openxmlformats.org/drawingml/2006/main">
            <a:r>
              <a:t>3. ตรวจคะแนนที่ระบบคำนวณ</a:t>
            </a:r>
          </a:p>
          <a:p xmlns:a="http://schemas.openxmlformats.org/drawingml/2006/main">
            <a:r>
              <a:t>4. แนบและเปิดหลักฐาน</a:t>
            </a:r>
          </a:p>
          <a:p xmlns:a="http://schemas.openxmlformats.org/drawingml/2006/main">
            <a:r>
              <a:t>5. บันทึกร่าง</a:t>
            </a:r>
          </a:p>
          <a:p xmlns:a="http://schemas.openxmlformats.org/drawingml/2006/main">
            <a:r>
              <a:t>6. ตรวจความพร้อมและส่งแบบประเมิน</a:t>
            </a:r>
          </a:p>
          <a:p xmlns:a="http://schemas.openxmlformats.org/drawingml/2006/main">
            <a:r>
              <a:t>7. เปิดมุมผู้ประเมิน</a:t>
            </a:r>
          </a:p>
          <a:p xmlns:a="http://schemas.openxmlformats.org/drawingml/2006/main">
            <a:r>
              <a:t>8. ตรวจข้อมูล ให้ผล และส่งต่อ</a:t>
            </a:r>
          </a:p>
          <a:p xmlns:a="http://schemas.openxmlformats.org/drawingml/2006/main">
            <a:r>
              <a:t>9. เปิดบัญชีผู้ประเมินลำดับสุดท้าย</a:t>
            </a:r>
          </a:p>
          <a:p xmlns:a="http://schemas.openxmlformats.org/drawingml/2006/main">
            <a:r>
              <a:t>10. ยืนยันผลจนสถานะเป็น ประเมินเสร็จสิ้น (Completed)</a:t>
            </a:r>
          </a:p>
          <a:p xmlns:a="http://schemas.openxmlformats.org/drawingml/2006/main"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เมื่อเห็นภาพครบแล้ว ต่อไปเป็นเวลาของทุกท่านครับ ให้เปิดบัญชีที่เตรียมไว้ ผู้ที่เคยทดสอบแล้วลองเน้นตรวจความครบถ้วนและช่วยสังเกตสิ่งที่เปลี่ยนไป ส่วนผู้ที่เพิ่งเริ่ม ให้ทำทีละข้อ ไม่ต้องรีบครับ เลือกรายการ กรอกข้อมูล ตรวจคะแนน แนบหลักฐาน แล้วบันทึกร่าง เมื่อทำเสร็จให้ยกมือเรียกผมหรือทีมงานได้เลย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ก่อนจบช่วงนี้ ถ้าใครติดขัดให้ลองตรวจสี่จุดก่อนครับ หนึ่ง รอบและรายการที่ได้รับมอบหมาย สอง สิทธิ์ของบัญชี สาม สถานะปัจจุบันของงาน และสี่ ข้อมูลบังคับหรือหลักฐาน ถ้าคะแนนผิดปกติ ให้ย้อนดูค่าที่กรอกกับหน่วยก่อน หากยังแก้ไม่ได้ ให้จดชื่อรายการ สถานะ และข้อความที่พบ จะช่วยให้ผู้ดูแลระบบตรวจได้เร็วขึ้นครับ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ตอนนี้มีใครติดที่การเปิดงาน การกรอกข้อมูล การคำนวณคะแนน หรือการแนบหลักฐานไหมครับ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วันนี้ขอให้จำไว้สามเรื่องครับ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94d449f43444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a8c83793a548bd" /><Relationship Type="http://schemas.openxmlformats.org/officeDocument/2006/relationships/slideLayout" Target="/ppt/slideLayouts/slideLayout1.xml" Id="R88db4b85b20349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db4b85b20349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45b51762184b03" /><Relationship Type="http://schemas.openxmlformats.org/officeDocument/2006/relationships/image" Target="/ppt/media/image.jpeg" Id="Rdd4b60b12ebb428e" /><Relationship Type="http://schemas.openxmlformats.org/officeDocument/2006/relationships/image" Target="/ppt/media/image.png" Id="R407a9fb1dff74a7a" /><Relationship Type="http://schemas.openxmlformats.org/officeDocument/2006/relationships/image" Target="/ppt/media/image2.png" Id="Re8911f8adc144843" /><Relationship Type="http://schemas.openxmlformats.org/officeDocument/2006/relationships/notesSlide" Target="/ppt/notesSlides/notesSlide1.xml" Id="R1eb35756686042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9150f916b4548" /><Relationship Type="http://schemas.openxmlformats.org/officeDocument/2006/relationships/notesSlide" Target="/ppt/notesSlides/notesSlide2.xml" Id="R55888101825c41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e62ebead64fbd" /><Relationship Type="http://schemas.openxmlformats.org/officeDocument/2006/relationships/notesSlide" Target="/ppt/notesSlides/notesSlide3.xml" Id="Re9f604fc84ce46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acdea8b5446a2" /><Relationship Type="http://schemas.openxmlformats.org/officeDocument/2006/relationships/notesSlide" Target="/ppt/notesSlides/notesSlide4.xml" Id="Rc8d26c765d7245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0d2b0ce834df2" /><Relationship Type="http://schemas.openxmlformats.org/officeDocument/2006/relationships/notesSlide" Target="/ppt/notesSlides/notesSlide5.xml" Id="R11000866eafc46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329cda2ce44df" /><Relationship Type="http://schemas.openxmlformats.org/officeDocument/2006/relationships/notesSlide" Target="/ppt/notesSlides/notesSlide6.xml" Id="R51d1046fd4fe44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4e4cea4894146" /><Relationship Type="http://schemas.openxmlformats.org/officeDocument/2006/relationships/notesSlide" Target="/ppt/notesSlides/notesSlide7.xml" Id="R80164a6c886a40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f7fd70c20473f" /><Relationship Type="http://schemas.openxmlformats.org/officeDocument/2006/relationships/notesSlide" Target="/ppt/notesSlides/notesSlide8.xml" Id="R18755abb357e4c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067c3894340f5" /><Relationship Type="http://schemas.openxmlformats.org/officeDocument/2006/relationships/notesSlide" Target="/ppt/notesSlides/notesSlide9.xml" Id="Rc234245609564e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f40efb09be4a4d" /><Relationship Type="http://schemas.openxmlformats.org/officeDocument/2006/relationships/notesSlide" Target="/ppt/notesSlides/notesSlide10.xml" Id="Raa540885bf5247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a205e096b4a93" /><Relationship Type="http://schemas.openxmlformats.org/officeDocument/2006/relationships/notesSlide" Target="/ppt/notesSlides/notesSlide11.xml" Id="R7409ec43897d41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68fe454b6466a" /><Relationship Type="http://schemas.openxmlformats.org/officeDocument/2006/relationships/notesSlide" Target="/ppt/notesSlides/notesSlide12.xml" Id="R90a74d19e3f946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2061063fa42dd" /><Relationship Type="http://schemas.openxmlformats.org/officeDocument/2006/relationships/notesSlide" Target="/ppt/notesSlides/notesSlide13.xml" Id="Re6b3c1142c9140c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6678f91fda42ef" /><Relationship Type="http://schemas.openxmlformats.org/officeDocument/2006/relationships/notesSlide" Target="/ppt/notesSlides/notesSlide14.xml" Id="Rf57de07a08c94b2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9c4a98c5444a4" /><Relationship Type="http://schemas.openxmlformats.org/officeDocument/2006/relationships/notesSlide" Target="/ppt/notesSlides/notesSlide15.xml" Id="Rbdfc673880d74db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f306317614c30" /><Relationship Type="http://schemas.openxmlformats.org/officeDocument/2006/relationships/notesSlide" Target="/ppt/notesSlides/notesSlide16.xml" Id="R0fe797e3b8534f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a9289488b40b0" /><Relationship Type="http://schemas.openxmlformats.org/officeDocument/2006/relationships/notesSlide" Target="/ppt/notesSlides/notesSlide17.xml" Id="Rd6b5e9fdc2584d6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09e08a9544f88" /><Relationship Type="http://schemas.openxmlformats.org/officeDocument/2006/relationships/image" Target="/ppt/media/image3.png" Id="R519a014eae364329" /><Relationship Type="http://schemas.openxmlformats.org/officeDocument/2006/relationships/notesSlide" Target="/ppt/notesSlides/notesSlide18.xml" Id="R911c2c871b004c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b60b12ebb428e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C4B0946B-6107-469F-B9D5-B9737BFD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69941B3-44A2-4355-BA98-CA539C17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a9fb1dff74a7a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BDFE09EA-C2F7-4549-8191-0F2A63B1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C523DD44-F312-4A39-8F38-11AF213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80E5CED-3D5A-4DD7-AA83-CE209526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9BE074B6-3789-45FB-AE3E-CA931F0A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(MSU EVA)  •  สายวิชาการ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4F427874-3743-4806-929F-DE22DC01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ECD510E4-8F15-48FE-B349-4B54024B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95CBF337-228E-434D-8632-D1B944A3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11f8adc144843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163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211C507D-B721-422A-B101-CD25D598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C87BC976-05A6-4599-93CD-4F006DF4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B4D5B124-5BBD-4871-84AB-98F11CC1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4636B-E9A1-48FE-9FD4-75752EB3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AF8DE-F542-4E1B-9572-F9B5F8B4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14B04-43C1-4451-9001-F83BCF0C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25EAD-F7A2-4A8A-B688-CABC9CD8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CA5600-7FF9-434C-819C-0244253B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307CD-DF1A-4A49-9A4F-16B1E206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8B4F6-ACDD-42D0-AC05-18FA2A51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5CDBA-14C7-450E-8384-176DBDEC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648BF-4664-4505-96FB-5A4423A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0BC93-D7C7-4BC5-B0C8-A1A0A3A4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5D909F34-439B-46C6-A2B4-8D1AF0DC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26CBB2-EB71-46B7-BC3D-1F695F03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F1F9BF-018F-4C02-A167-EAA89A38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F00AD064-DA15-4DE0-B24B-39D4106C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97C825A9-FD88-4CB5-80DF-68CF15F4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6EFEC37C-BC06-483D-BE52-81098144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7986946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CC27CB7C-F608-4E2B-A7CD-84FC0F4E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612BB743-7907-4847-AB8F-F46268B3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CB8A3CD5-8558-4921-A964-0CCA60EE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C11EB-9229-4026-A16E-41511132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E7D1F0A6-8F3B-431B-B36F-6FF9D6B8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D6A8A-3BEA-4408-86A2-AF906086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3A43F-BCA5-4F40-B46B-F1A655F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7F38E-DF8B-4C32-A017-018DA8F3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B1A35-C65E-49AB-91DD-575FBD9B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C778D2-1299-457C-8805-D7F201F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4EAB3-9F4C-4C4D-8F4F-8EC5D6FC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B7327-6D63-4570-B8F4-9257A27F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6164B-EF33-4FD5-954B-9E1E6C80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C5504-D4B7-43ED-B03C-8B4D62D7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C5F19-0264-4766-B811-CD9C4CA6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B1E18B-8C23-43E4-9C0E-91998026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EDF3C5-6DE0-44A5-9F57-09ABE382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D24D0-6B14-4090-941A-C119E9A4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76EEB-23E7-4C28-B364-AC17D17C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29ACE9-1C96-4F3D-B29E-3D39619E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8EBAC-0271-4771-930C-FB749B0F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B0AF29-6706-4ED2-BDF3-C285E6A1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DBC2E-5D84-43AA-B461-515D841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6FBA1F-D0F3-4E58-BFBF-357CB232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1546FB-61FA-4016-9BA5-ED9E4CE3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D7451E-97C4-44DB-965C-56F9C83C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68F9C3-B678-42CA-BDF7-79A09180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0523BDB6-D632-47AC-AA40-6E1FEAED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42354588-35B6-494E-AF54-5D073DC7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B8D83A2A-3223-4C3C-82F3-2D753BE7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1732426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D18D29E8-5D22-4083-86B2-8930A64A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06A63D43-5AA8-44E5-9077-DFA3BC86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A07C7D98-86FF-4789-B2D5-BCA7E19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B1C69-1613-40E1-90C4-9D29109E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16EF2-AC5F-4F95-9103-4A4788CB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4D38AA-8442-4B30-8027-E68C97FB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92FA0B-997D-4071-BBD2-A1786256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1C1262-AE07-4CF4-9F40-B6F5CE89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660B5-D112-459C-91C4-1191B9E7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0F5E57-00C0-4D87-834E-BB9330DA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9B906-E2BC-4689-ACFF-B9CA0A37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47003-DA5D-428A-891C-CDD05367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79F28-6511-4160-BA8C-A3BC92DB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4C8DE6-0EF6-4EFF-B0A6-CEAC33F7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73937D-4CC6-4209-BED0-E595A37E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6ECD87-BCFB-4F80-B0E4-EFDB6EC5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6B961-1CC8-4C10-A802-2B19E063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C93A1B-33F6-4C2A-82AE-A46A8481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7CD1BD-3104-4405-BA35-972195FB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9DA737-321B-4F22-9555-68AF49F9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5A317A-FD10-423E-8B26-890727FA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74870-4C18-4432-9EF8-8809DCB6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DD442F-89FE-454A-965B-9C39B4B5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5BDA5F-E4F2-4884-928D-A3F4CCF1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33F35AB-BA18-4A24-ABC5-26562E63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F9676D34-A6C9-486A-BE6F-3DE6D635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EFB99EAA-5954-4318-B0DD-B3443564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17052098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20454ECD-EC9C-4E1B-906C-5C8B87D3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4C23934D-1678-4323-81E1-418F96B9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D279A9AA-EE9C-4DD2-8ECF-C0A2776F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CB665-E9FA-4BA3-A089-B889C5A0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5B42BAA6-F927-4EBD-99F2-9F191564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58C21FD4-3306-46C7-8517-2A584C1E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451AA4-AD84-46C4-8460-F2E59C17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1BAD7C-F24E-4433-998C-F4ABE018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3749FE-4E32-4239-87FA-A02DB5B0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F0FE5-7B64-448C-BC80-12FE55B6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3A68CE-5195-43EA-A14C-A53CA4F3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759EEB-FE08-44F9-8BE9-21DABD6D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B5F03-A89D-443A-88C4-AA24963B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1130BC-1C7D-49F1-8E12-CA8CDCCB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EACDD-9864-49E2-A009-486F6E28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1953B3-13DF-45DE-A505-7A0D9297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A40CDB-F9BD-49AA-AD0B-BA309160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7B284D-171C-4AA2-B57A-2E9357FB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0454E1-8A61-4ADA-85E4-985FAD17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BCE747-88C7-4C02-85F4-B9137F5E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56664E-587E-4686-A614-4D33ECA7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28F10-6893-4FD2-ACCB-2EED94BF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A066A9-90DD-4F5E-9A29-B6ACD85E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AE4093-A392-4585-ACB2-30486785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327FB4-D04F-4840-BF44-D9C8671A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D7B444-E4D4-4156-9BEF-28B275B3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33CCEC-EC85-4853-85D9-EDCA9115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D728F36-203B-4118-BAA1-EA71C711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BAD9A98A-EDF5-41ED-9945-33201112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076211D0-F360-4236-A328-1CC0CDAB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540316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96A7D9CA-640F-406C-8955-AFB86A3C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462494FB-2A4F-438A-B97F-4CF2F32B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892B815B-DEB6-4E2B-9E52-2ACCCC91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3B364-F6A4-422A-91DD-21FA653F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ผู้รับการประเมินกรอกข้อมูลวิชาการและแนบหลักฐานให้ครบ ก่อนส่งให้ผู้ประเมินตรวจ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F52C25-A7E6-4914-9B8C-2F396F78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60CA7-2796-4356-BC68-96FEC925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300621-EE0F-434B-A2E6-58AF58C5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54997-8773-4C1A-BA75-B4A35E61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F056B-07C3-443E-9F01-27FBC0DA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C94610-C785-4628-86C4-507D67D1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468635-05EE-4A4C-ADE9-0E702B3C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DEDE8-C5D3-425C-B673-9534D792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2A976-D978-4E98-9FB7-4B718A9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58B86-545A-4104-AE41-F7465C3F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068006-0445-4DEC-8459-0938EE97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878CC-C012-470F-9782-695B8B7A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ADB517-25C7-4703-8359-0C1D6808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0E1202-24B3-414A-9F9E-C88F371D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B5B3F8B6-EF52-4635-810E-8530470E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6F3C2DD0-077E-42AF-85D6-B6025126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3D22904A-B510-4867-9720-881FE55C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2249560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9B4372F5-D313-4D89-BBF7-B90E2F7C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54132BF3-B24C-4627-990C-8DEAEE74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208617F6-FB6A-4681-AC68-3CAE27F5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2332F-ABD3-41F2-B2A5-2BAD1510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E5E66-99F0-48C1-8A69-71DF965D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847FF-6495-420B-BA23-43675B6A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4C223-AB94-4BCD-92A8-5C311A68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94C42-E5B5-4C0C-8B15-8E3076CF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EBA10-3442-4F29-A8AE-FE18C97A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94575-E5C7-49D5-85C5-DCADFE67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1714E-4DD3-4C49-957F-22A96902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00E0E9-6958-4A15-879B-D7B814BB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529DB0-29F2-464C-B3EA-F9BC242B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1BCF44-4A4E-46FF-9CCA-708ABB6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6301A5-DADA-4C44-A6CA-F6B78008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37319F-D11C-45FA-B0D7-56070528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D9E1185B-08D8-4187-B8B0-4CB301D5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C3F27-C8E5-405A-B207-451E3BA3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E32F7C-AAE0-47DB-AF85-32B6D4C3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C9FC7E-0AC3-417B-9A7C-AF6B5949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DB07AF-0F51-4556-9FEF-64E02FDD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1D5617-AB94-4E4C-945C-3DE98894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127895-9BE1-4832-A34A-6D0751F1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16547-151B-4E04-9486-CF19CA19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0A599B75-FAA5-4607-A667-442FDCDB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CC4E7A8E-E8B4-4C5E-A423-98EE0A10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CCD08EF8-1DE6-45F5-BCE9-E89C7532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9273351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24CBBD4C-EA63-4B0D-BC9B-2D01A016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6D3DBB0B-47EB-42CF-845E-42324D4D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FC14FA47-1CDB-4E8F-BE0A-E4BAC93F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B21D8-1872-4F2D-9100-D5EAE8B3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1579D-E094-4D43-8010-0FE0C56C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F7E0E-352E-4FBF-A32C-D554C97E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E1D29-C3CB-471B-A8BC-9D62FFA5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6FAC4C-7D9C-4BC7-9EF4-C2FBDAFC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BB28B-9E24-47D4-ADA3-7813E18A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33D2B-3F83-473A-A1D8-D5DE63BA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25B47-4377-4ABE-9780-D30835F0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1F14C8-EBAE-4A97-8B87-9DAF4793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2CE7ED-6DB0-4B9F-A24E-813AD3D8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75CCC6-833D-4F44-96B7-91733894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57B90-F9B5-405A-A3BA-E12CAA8B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D56FF0-EAF9-461F-88AC-EDCF30F4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FD26F8-F928-490D-A163-4F81C6F0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D3654B-BE6B-45D8-9113-FA9A57EA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CEA1A8-3ED5-44C7-977F-4065D7ED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447E79-DDCC-4AD7-BCD9-BBD02A7F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B6843A-09AB-4819-95FA-C77F0C1E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69C0CD-62A4-44F4-8AB9-C5985DBF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3F130250-15F7-451D-81A9-74134718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5E5C470A-E854-4863-A1C2-CA9B3B70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8EEE3246-E411-4418-BA5F-A817CEC4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7526827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5502924F-5029-44DF-94F5-7743242E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C64C8E90-B59F-4088-9122-BCA6FB0C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92B6E0D3-9B2D-42AD-82FB-FAFBBDD1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9990E-E77B-4E2B-806C-35F88914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E3C390-14B5-4D9E-8255-D89EAE87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3E6C0-E57E-4F90-9C73-4046924C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A7C78-E755-4EE6-AF47-9BB6E411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6D746-12CB-44D8-B246-2FF6621B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2875A-5EB2-420F-A6AE-EFB21E64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8B61D-BAFF-4FAB-8173-C55DE9B2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0714D3-19C2-48AB-BE70-F38D5C12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591B1-237F-4C2C-BFCC-98F1BB67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906A2-B552-4BDA-8A35-B69FA8AB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65D1D9-23AA-45D1-B90F-F2C11B3C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BD0B1-CA25-4A74-8043-D840C28D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1F93F-1793-411B-A014-894286CA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EC4484-DBE2-40F4-A14C-0B551FFE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CE5DDC-45B8-49C6-8346-1ABB86EB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C077DD-CA0D-478D-B0EA-3CAA332D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BFF4B-DDEF-430A-B417-484FBC6F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F3B95E-76F1-4FB6-9FC1-4CC2765B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3E22E8E5-C3E4-41C3-9AAD-708DD952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D3AE3B5D-4745-43DF-9275-B1562A6B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C1880235-09F0-4A52-B9FC-0EE8E669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7429770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5511CF8E-84FB-494F-A8C3-DB413AE3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6F52CB69-CA90-4CF9-9135-B90F5B05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986D3608-D93F-4C19-9B7D-69421AFF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D6400-9A25-4B29-9285-B47AA285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5CF0D-1487-43AD-8E43-1C47AD90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B8269-D28A-46AB-ACD6-E7A460D2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C43A1-4224-4893-92EC-9F6184AC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033AC-D101-481B-BE28-EB777064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11C73-B93C-4EDB-B98B-52D57433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DBE7F-1AEE-4E11-B2E6-2E3868AD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C93F54-D11A-40AC-AF8B-4491A6E8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D95C9-1722-4EFC-970B-C5844A87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3ACC4-B3A2-4166-A2CD-43824384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095548-C100-452A-BF3F-11E30C8B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499111-C4ED-4F89-86DA-10BB6E4A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9A65A-D835-4986-98A5-B8337C99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B15CD9-9A01-4293-B0E0-F394055A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29D51F18-5E10-4409-ABC5-A38E9BC5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C408B435-58EE-4D98-AA88-A9742775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6A861462-4ABD-4F84-9174-94A542FD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15031822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F994ED44-8431-43AA-940A-81F012E8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1F5F6255-756B-4A18-BE58-F1FBE2E0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8FA8193C-DF0C-468D-A868-3DA27BAF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8EACB-0BFB-4ADF-8AE8-57581734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402DD-9FF7-414D-829C-8EE23249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8CCFE-FB2A-4143-933D-38C11444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B0CAD6-BD21-40D9-936D-58B2A7D2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73530-3336-4211-9675-FAF03F8E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F8313-0EA9-4386-8895-2ECDD7F9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D7A5B-58B5-4024-8A9C-DE9CCA3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838495-1034-4BBB-8C84-58BE6095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8A669-AF52-4534-B4F1-BEAD9535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C3CC84-69F8-43E1-8CF6-AE0926C4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4F7F27-F5FF-4F48-A008-99E8E6A2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F2112-84C0-4CA7-8C90-5903E5EC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B7DF88-FEC4-4440-BF73-18F84B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8D805-1FD8-4F80-AA06-65DE8CE3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66A29D-46B8-4962-B04B-E61882FF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FB0355AE-D150-4754-AD13-02863A0A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D75E6824-8866-4D23-9F2A-600D7301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DFFA6110-DE81-40C9-A168-2E5266FB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824608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B3CE86C3-44B4-4446-B1B2-F0697D65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C244AD4A-F5DA-48BE-A327-9A8509D0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EEB4D030-61EC-43E3-8D5B-38654028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A8911B29-D4B2-469D-971D-96F49431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D8725-6DFE-437A-8FDF-94FF1999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26044-2E6E-4228-82E9-F4D175CA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47BE46EC-0404-4B54-AD90-A5BE3A46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926FEA-C515-4307-A1D5-12CE5648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E55A3-E32B-4B43-9390-12030751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85C3E-962F-41E7-9F7D-141C4968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5F10302F-AFF3-4549-969B-AEF2B265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01996034-55CF-4740-8018-7E4A2363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59D35A8B-5799-4CB5-A100-CEC27032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5459334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B22AB5FF-CF1F-404A-A09F-7AD3A3E8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B6B0D437-9C3C-4810-8724-69E2687E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33917CF5-E16D-4AF0-9917-7D1FB1F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AF352-9911-4646-AC23-FF569C56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EA923-37A9-45AF-A91B-378E3FD6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C51EB-BB8F-4E55-93C1-5AA52B55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88982-12EF-4D5C-80D1-3C99ADFF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15D18-8122-4FEE-A4D9-E3EF3E01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AC64D7-E3BA-4988-99EC-26EE0980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B0917-29BE-4E4F-BE95-C27A8C86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A95850-1400-40E2-B177-ADB9E423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EBC39C-C212-4953-AABD-31B1555B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D4A3BF-0FC3-4B89-AF03-1491D528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871FE-2AD2-4F8F-819E-8F9C4DEE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9863B1-8043-472C-BDEF-C084CA4F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C34626-5652-4BCB-9E25-6FFDF338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1CA06-5428-4019-9AC7-A98A8AEE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2565EF-CF20-4B06-9478-916B566C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3AEC9A-62B9-45BB-960C-27D2B7A0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AD92D6-2601-45BD-889F-0DB7CA02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DA0E8-4040-4813-9C46-E7C0541E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810DEB95-11A5-42D1-A7E7-F044EC46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DE634315-EE2A-49D3-8952-BA6E0B57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CC611E7-CAFD-4796-B42B-58F408E6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73299134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8EC9D9AA-F17B-4398-9CE5-221BCFC2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CDE58F1B-1C7A-4010-A264-C52BB7E9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674F1C1D-13C2-423E-BA9C-0467F3EF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BA457-441D-4828-9A2A-D6FC28C3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FE065-4827-46C5-A3FB-9CCB6C5A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BD25F-2CC0-47D3-9FE8-DEBB3158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E1F41E-276F-4655-B83D-72566D70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806E1A-5028-490E-8080-A69DB18B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5D8C2D-F43A-4E91-95AC-8A3A2824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1EAD1-A2C9-442A-A0F0-07832019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D664F3-9963-4219-B157-EB8FE0F5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63217-89D0-4CBC-89DF-AE1A32F2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873E3F-5F08-4BB8-ACBF-C50C252E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82DAEF-B3A8-4BB6-8E66-146E9A11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3DEB49-259F-4EB3-A90C-564635B8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96DF3-40C1-4E6D-BC3B-ADBB2A5E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656AE-F42D-4F5C-BBBF-3063324C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C433BA-A542-4F5C-BCF3-63C2AF7B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5C1B2-9261-4053-94CE-34F0D6C5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78CCA4-9DD7-4314-B8D5-8BBF8FD4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AE1066EB-1B4A-4BDC-B627-E9152365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05FD0C01-1E9D-4EA1-AFBB-9EDB873E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12AB1DA2-BD9A-4251-A6CB-C5D5FD62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3460549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65DE5D91-1B85-4822-9147-62327A9D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F861F1D8-6458-42E1-AC56-734EF3A7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9A258906-983B-4D85-8C15-C71384C6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8E473-3B3B-4E8C-97A9-D48CC645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AC738-43EC-4F8A-AC61-5299E82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FDAAF-8CE5-490A-ACE9-4C39A47B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C59B0-4986-486F-B396-DBB0EE2B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0391D4-4116-4E87-870A-6A4792AF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CD313-C80E-4A48-8218-E90DCF14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C42356-F852-4095-AFCB-243C52EC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D01D0-8B6C-4DA4-9895-BFC4D3D6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6357F-F1FE-42F4-AFB1-FEBD061F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0193F9-5027-47A8-85C4-9DB55232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A1A169-D3E9-4506-B7DF-3D26B991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2CF58-1F96-4A4D-97BC-4AB2BC06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A292C-99D0-4E03-8CEA-8A955720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B98FBC-3BD6-4ACD-ACC7-8D8ADB91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13DA2112-B57A-4AE3-B0A7-1BA91D93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83621ED0-A6FC-42CB-BD80-E8E83483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ED87F764-E28E-4ABD-9B65-E832E779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8101330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BB63A-29FA-48B5-B234-10506DDD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D2B35-73A7-4B80-A687-BE290E2B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BF846-7184-4534-84C0-9E16E39F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AAF56-6778-490E-AF87-E85D9AD7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7C05A-A466-4E5E-94E9-B8C11981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52D34-F6E0-49AB-B1A6-FFF5F51B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E2508-0555-44FC-B2D6-4465EDF8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F94C5-8E78-48F6-8BB6-058FA6E8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C1186-4F4E-44A5-8E89-E97ECEEC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69757-AC2C-45D1-91E9-D0B509C3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2072912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2607A672-FF1E-43CD-97CD-E7ED72AE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40F98F5F-87B1-412B-AE7D-E48F1AA5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195A18FB-9BAB-468A-B5BB-F7895FB9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60265-0EC3-4F2B-8BA7-285BA25A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6250CD-3BF5-4036-8CB1-D77ADA7B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6DC3A-01F6-40C8-ADED-27C56907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7789FA-928B-496D-8A8E-1AA2A09F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ED775-DE02-4076-AD57-C27611EC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CC115B-89B1-4810-BD38-ECE0A135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1EF92E-C426-46B3-B33C-DBB3F695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CE94B-B1DB-4814-89C0-58DD9C58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72379-FABB-419D-B624-9F1DB964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44777-B76F-425B-BA8C-C5773212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BC495C-B470-4C02-A159-D532137D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49B80-7CAD-48DB-8744-95AB34F2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BDD5F-9650-45F5-9C3E-F9C05119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9747FD-271C-4ACD-A8A7-EA37F6FE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B14685-701A-4284-BE37-4D06F8F1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5A639236-83B9-4740-8BBE-E8692927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86A16327-9993-4CE9-A7E8-45A06A17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8404C1F1-219E-4451-8EDB-E8CE6C0E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8830078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46C45337-6A42-4895-93A3-5EE63050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6F454CA1-5DA2-4E88-9843-634B32E3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6C907F55-270C-4F26-AAAE-0EBF48A1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E6E75-2017-48EB-903B-051AC86E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F15792-7A78-47F6-81C9-0BA51F2D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418D47-1AE4-46F8-8030-B1C17101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D9E9FF-9F81-43C5-B298-C58B1438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3E80A-1226-48E7-92CE-DB296901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BA8370-C39F-43F4-A4F1-3AA45A06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AA75C2-5DE4-4B69-BC40-3A026F52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AD8420-820A-4FBD-88E2-9A0B1A51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23403F-9F69-4821-B431-F12E1810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5FC8D-57C0-41AA-8FC9-553F1D6E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128E10-167F-4292-A082-23356DDF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ACD821-894F-4238-A87D-B39276E5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16FFF9-BC5F-49B6-8471-DDBBEC8A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2A9F82-4506-4E43-A65B-0BFB0A8E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530EEB-6767-4671-AE5E-EDB2EC8B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70709-DE11-42A5-937F-36146AD2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2531DF-038C-4617-B878-846F8790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a014eae364329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134AB00B-BEA2-457A-99C4-26D4DD68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D3E83408-7121-4A0E-81DE-2B1503DC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F99FE2A4-9322-4805-9A70-5DE1D932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2651271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2026-08-01T08:44:47.9670000Z</dcterms:created>
  <dcterms:modified xsi:type="dcterms:W3CDTF">2026-08-01T08:44:47.9670000Z</dcterms:modified>
</coreProperties>
</file>