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6551a3ad3b4474" /><Relationship Type="http://schemas.openxmlformats.org/officeDocument/2006/relationships/extended-properties" Target="/docProps/app.xml" Id="R35f75729f8784ba7" /><Relationship Type="http://schemas.openxmlformats.org/officeDocument/2006/relationships/officeDocument" Target="/ppt/presentation.xml" Id="R3629f357ab1c41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e6dcdfb20f4797"/>
  </p:sldMasterIdLst>
  <p:notesMasterIdLst>
    <p:notesMasterId xmlns:r="http://schemas.openxmlformats.org/officeDocument/2006/relationships" r:id="R1fff17271c9c4c1d"/>
  </p:notesMasterIdLst>
  <p:sldIdLst>
    <p:sldId xmlns:r="http://schemas.openxmlformats.org/officeDocument/2006/relationships" id="256" r:id="R32379dcc9f9e4b19"/>
    <p:sldId xmlns:r="http://schemas.openxmlformats.org/officeDocument/2006/relationships" id="257" r:id="R70ef60c332114f00"/>
    <p:sldId xmlns:r="http://schemas.openxmlformats.org/officeDocument/2006/relationships" id="258" r:id="Rb191716a1a20422a"/>
    <p:sldId xmlns:r="http://schemas.openxmlformats.org/officeDocument/2006/relationships" id="259" r:id="R4362d3c2c89c4922"/>
    <p:sldId xmlns:r="http://schemas.openxmlformats.org/officeDocument/2006/relationships" id="260" r:id="R14fe7f64c4444f13"/>
    <p:sldId xmlns:r="http://schemas.openxmlformats.org/officeDocument/2006/relationships" id="261" r:id="R3865783d164840ef"/>
    <p:sldId xmlns:r="http://schemas.openxmlformats.org/officeDocument/2006/relationships" id="262" r:id="R3a893490759a4468"/>
    <p:sldId xmlns:r="http://schemas.openxmlformats.org/officeDocument/2006/relationships" id="263" r:id="Rd63bc9f837bc4370"/>
    <p:sldId xmlns:r="http://schemas.openxmlformats.org/officeDocument/2006/relationships" id="264" r:id="R6952fcc15739459f"/>
    <p:sldId xmlns:r="http://schemas.openxmlformats.org/officeDocument/2006/relationships" id="265" r:id="Re6c0df1fc2184e26"/>
    <p:sldId xmlns:r="http://schemas.openxmlformats.org/officeDocument/2006/relationships" id="266" r:id="R8da3e496a3ef451d"/>
    <p:sldId xmlns:r="http://schemas.openxmlformats.org/officeDocument/2006/relationships" id="267" r:id="R1b1e9775e31f4862"/>
    <p:sldId xmlns:r="http://schemas.openxmlformats.org/officeDocument/2006/relationships" id="268" r:id="R9d073fd2ba0240f2"/>
    <p:sldId xmlns:r="http://schemas.openxmlformats.org/officeDocument/2006/relationships" id="269" r:id="R991d38e6a47e4653"/>
    <p:sldId xmlns:r="http://schemas.openxmlformats.org/officeDocument/2006/relationships" id="270" r:id="R1875be1f87ea4d8d"/>
    <p:sldId xmlns:r="http://schemas.openxmlformats.org/officeDocument/2006/relationships" id="271" r:id="Rd80acda6515d47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bad896f21a43c1" /><Relationship Type="http://schemas.openxmlformats.org/officeDocument/2006/relationships/slideMaster" Target="/ppt/slideMasters/slideMaster1.xml" Id="R54e6dcdfb20f4797" /><Relationship Type="http://schemas.openxmlformats.org/officeDocument/2006/relationships/notesMaster" Target="/ppt/notesMasters/notesMaster1.xml" Id="R1fff17271c9c4c1d" /><Relationship Type="http://schemas.openxmlformats.org/officeDocument/2006/relationships/presProps" Target="/ppt/presProps.xml" Id="R76e22a7638e0410a" /><Relationship Type="http://schemas.openxmlformats.org/officeDocument/2006/relationships/tableStyles" Target="/ppt/tableStyles.xml" Id="R9b36a1fb718048a0" /><Relationship Type="http://schemas.openxmlformats.org/officeDocument/2006/relationships/slide" Target="/ppt/slides/slide1.xml" Id="R32379dcc9f9e4b19" /><Relationship Type="http://schemas.openxmlformats.org/officeDocument/2006/relationships/slide" Target="/ppt/slides/slide2.xml" Id="R70ef60c332114f00" /><Relationship Type="http://schemas.openxmlformats.org/officeDocument/2006/relationships/slide" Target="/ppt/slides/slide3.xml" Id="Rb191716a1a20422a" /><Relationship Type="http://schemas.openxmlformats.org/officeDocument/2006/relationships/slide" Target="/ppt/slides/slide4.xml" Id="R4362d3c2c89c4922" /><Relationship Type="http://schemas.openxmlformats.org/officeDocument/2006/relationships/slide" Target="/ppt/slides/slide5.xml" Id="R14fe7f64c4444f13" /><Relationship Type="http://schemas.openxmlformats.org/officeDocument/2006/relationships/slide" Target="/ppt/slides/slide6.xml" Id="R3865783d164840ef" /><Relationship Type="http://schemas.openxmlformats.org/officeDocument/2006/relationships/slide" Target="/ppt/slides/slide7.xml" Id="R3a893490759a4468" /><Relationship Type="http://schemas.openxmlformats.org/officeDocument/2006/relationships/slide" Target="/ppt/slides/slide8.xml" Id="Rd63bc9f837bc4370" /><Relationship Type="http://schemas.openxmlformats.org/officeDocument/2006/relationships/slide" Target="/ppt/slides/slide9.xml" Id="R6952fcc15739459f" /><Relationship Type="http://schemas.openxmlformats.org/officeDocument/2006/relationships/slide" Target="/ppt/slides/slide10.xml" Id="Re6c0df1fc2184e26" /><Relationship Type="http://schemas.openxmlformats.org/officeDocument/2006/relationships/slide" Target="/ppt/slides/slide11.xml" Id="R8da3e496a3ef451d" /><Relationship Type="http://schemas.openxmlformats.org/officeDocument/2006/relationships/slide" Target="/ppt/slides/slide12.xml" Id="R1b1e9775e31f4862" /><Relationship Type="http://schemas.openxmlformats.org/officeDocument/2006/relationships/slide" Target="/ppt/slides/slide13.xml" Id="R9d073fd2ba0240f2" /><Relationship Type="http://schemas.openxmlformats.org/officeDocument/2006/relationships/slide" Target="/ppt/slides/slide14.xml" Id="R991d38e6a47e4653" /><Relationship Type="http://schemas.openxmlformats.org/officeDocument/2006/relationships/slide" Target="/ppt/slides/slide15.xml" Id="R1875be1f87ea4d8d" /><Relationship Type="http://schemas.openxmlformats.org/officeDocument/2006/relationships/slide" Target="/ppt/slides/slide16.xml" Id="Rd80acda6515d47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cff938a12844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444e9c99414333" /><Relationship Type="http://schemas.openxmlformats.org/officeDocument/2006/relationships/notesMaster" Target="/ppt/notesMasters/notesMaster1.xml" Id="Rc6cf15f53e7d48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faef22d9364fef" /><Relationship Type="http://schemas.openxmlformats.org/officeDocument/2006/relationships/notesMaster" Target="/ppt/notesMasters/notesMaster1.xml" Id="R788bb62ed9864f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9fea018b8f464b" /><Relationship Type="http://schemas.openxmlformats.org/officeDocument/2006/relationships/notesMaster" Target="/ppt/notesMasters/notesMaster1.xml" Id="Rbc7e2b19f25f47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dec4c0bba742f6" /><Relationship Type="http://schemas.openxmlformats.org/officeDocument/2006/relationships/notesMaster" Target="/ppt/notesMasters/notesMaster1.xml" Id="Ra3b78285d9174c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810f4b002b481d" /><Relationship Type="http://schemas.openxmlformats.org/officeDocument/2006/relationships/notesMaster" Target="/ppt/notesMasters/notesMaster1.xml" Id="R58f8484890e846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aab3177cb14ad3" /><Relationship Type="http://schemas.openxmlformats.org/officeDocument/2006/relationships/notesMaster" Target="/ppt/notesMasters/notesMaster1.xml" Id="Re2556b44b3a847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f7f6f2d2b77428c" /><Relationship Type="http://schemas.openxmlformats.org/officeDocument/2006/relationships/notesMaster" Target="/ppt/notesMasters/notesMaster1.xml" Id="R903cd385120546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037b0477704c9f" /><Relationship Type="http://schemas.openxmlformats.org/officeDocument/2006/relationships/notesMaster" Target="/ppt/notesMasters/notesMaster1.xml" Id="R4ff7697fe70a49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5f7e0922c44f20" /><Relationship Type="http://schemas.openxmlformats.org/officeDocument/2006/relationships/notesMaster" Target="/ppt/notesMasters/notesMaster1.xml" Id="R79c8b2ebc8f549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0216023f51407e" /><Relationship Type="http://schemas.openxmlformats.org/officeDocument/2006/relationships/notesMaster" Target="/ppt/notesMasters/notesMaster1.xml" Id="Rb67ea28e49c84a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33bf9772d14e03" /><Relationship Type="http://schemas.openxmlformats.org/officeDocument/2006/relationships/notesMaster" Target="/ppt/notesMasters/notesMaster1.xml" Id="Rb364dc841aa147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d7cd9a3e664da7" /><Relationship Type="http://schemas.openxmlformats.org/officeDocument/2006/relationships/notesMaster" Target="/ppt/notesMasters/notesMaster1.xml" Id="Rf52de1a6fb2b44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8de56875d14c15" /><Relationship Type="http://schemas.openxmlformats.org/officeDocument/2006/relationships/notesMaster" Target="/ppt/notesMasters/notesMaster1.xml" Id="R2f195636f643428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22531d0a9c4262" /><Relationship Type="http://schemas.openxmlformats.org/officeDocument/2006/relationships/notesMaster" Target="/ppt/notesMasters/notesMaster1.xml" Id="R7bfaf595864e466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0f0707d3f6b4db9" /><Relationship Type="http://schemas.openxmlformats.org/officeDocument/2006/relationships/notesMaster" Target="/ppt/notesMasters/notesMaster1.xml" Id="Rb32a385349f444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5fbb4757a1c48d5" /><Relationship Type="http://schemas.openxmlformats.org/officeDocument/2006/relationships/notesMaster" Target="/ppt/notesMasters/notesMaster1.xml" Id="R09bfd55fb0ab41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ทุกท่านเคยทดลองใช้ระบบมาแล้วบางส่วน แต่วันนี้อาจมีเพื่อนร่วมงานที่เพิ่งเริ่มใช้งาน รวมถึงผู้ประเมินและผู้บริหารที่ยังไม่เคยทดลองขั้นตอนของตนเอง เราจะทบทวนพื้นฐานสั้น ๆ แล้วทดลองทำหนึ่งรายการให้ครบ ตั้งแต่การเปิดงาน กรอกข้อมูล แนบหลักฐาน บันทึกร่าง ส่งแบบประเมิน จนถึงขั้นตอนของผู้ประเมิน เป้าหมายคือให้ทุกคนเห็นภาพเดียวกันและกลับไปใช้งานจริงได้อย่างมั่นใจ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เป้าหมายของช่วงเช้าไม่ใช่การจำทุกปุ่ม แต่คือการทำงานหนึ่งรายการให้พร้อมส่ง ทุกท่านจะได้เห็นวิธีเลือกรอบประเมิน กรอกภาระงานและผลงาน แนบหลักฐาน และแยกให้ชัดว่าบันทึกร่างต่างจากส่งแบบประเมินอย่างไร ผู้ที่เคยทดสอบแล้วช่วยตรวจความครบถ้วน ผู้ที่เพิ่งเริ่มให้ทำตามจังหวะของวิทยากร ส่วนผู้บริหารและผู้ประเมินให้สังเกตข้อมูลที่จะได้รับในขั้นถัดไป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ก่อนลงรายละเอียด เรามาดูเส้นทางทั้งหมดก่อน งานเริ่มจากผู้รับการประเมินเปิดรายการและกรอกข้อมูล เมื่อพร้อมจึงส่งแบบประเมิน ระบบจะส่งต่อไปยังผู้ประเมินตามลำดับที่กำหนด ผู้ประเมินแต่ละคนตรวจและส่งต่องาน จนผู้ประเมินคนสุดท้ายยืนยันและสถานะเปลี่ยนเป็น ประเมินเสร็จสิ้น หรือ Completed ภาพนี้จะช่วยให้เราเข้าใจว่าทุกปุ่มมีผลต่อคนถัดไปอย่างไร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ในขั้นแรก ผู้รับการประเมินเป็นเจ้าของความครบถ้วนของข้อมูล ต้องเตรียมข้อมูล ตรวจค่าที่กรอกและหลักฐาน แล้วตัดสินใจว่าจะบันทึกร่างหรือส่งแบบประเมิน หากข้อมูลยังไม่ครบให้บันทึกร่างไว้ก่อน การส่งควรทำเมื่อข้อมูลพร้อมให้ผู้อื่นตรวจแล้ว ผู้ประเมินไม่ได้เริ่มจากศูนย์ แต่จะตัดสินใจจากข้อมูลและหลักฐานที่เราเตรียมไว้ ดังนั้นความชัดเจนในขั้นนี้ช่วยลดการย้อนกลับมาแก้ไข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จุดเริ่มต้นคือแดชบอร์ดของฉัน ให้ตรวจสามอย่างก่อนเปิดงาน ได้แก่ รอบประเมิน รายการที่ได้รับมอบหมาย และสถานะของงาน หากเลือกผิดรอบหรือเปิดรายการที่สิทธิ์ไม่ตรง ขั้นตอนถัดไปอาจไม่เหมือนที่สาธิต ต่อไปผมจะเปิดหนึ่งรายการให้ดู ทุกท่านยังไม่ต้องทำตาม ให้สังเกตตำแหน่งรอบประเมิน ชื่อรายการ และปุ่มเปิดงาน</a:t>
            </a:r>
          </a:p>
          <a:p xmlns:a="http://schemas.openxmlformats.org/drawingml/2006/main">
            <a:r>
              <a:t>[สาธิต] เปิดแดชบอร์ด ตรวจรอบประเมิน แล้วเปิดรายการสายวิชาการที่เตรียมไว้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ให้ตรวจว่ารายวิชา ภาระงาน ผลงาน และหลักฐานเล่าเรื่องเดียวกัน รายวิชาบอกบริบท ภาระงานบอกสิ่งที่ทำและปริมาณ ผลงานอธิบายผลที่เกิดขึ้น และหลักฐานยืนยันว่าข้อมูลนั้นตรวจสอบได้ หากส่วนใดไม่สอดคล้อง ผู้ประเมินจะต้องเดาความหมายหรือขอข้อมูลเพิ่ม ก่อนกรอกจึงควรเลือกเกณฑ์และเตรียมหลักฐานให้ตรงกับงานจริงของเรา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สำหรับข้อมูลเชิงปริมาณ ให้ไล่ดูจากค่าน้ำหนักและภาระงานมาตรฐานไปยังภาระงานที่ทำได้ ซึ่งเป็นช่องที่ผู้รับการประเมินกรอก จากนั้นตรวจคะแนนที่ระบบคำนวณ ไม่ควรดูเฉพาะตัวเลขสุดท้าย แต่ต้องตรวจหน่วย ช่วงค่า และทศนิยมด้วย หากตัวเลขผิดปกติให้ย้อนกลับไปตรวจค่าที่กรอกก่อนบันทึก วิธีนี้ช่วยให้พบข้อผิดพลาดได้ตั้งแต่ต้นและอธิบายที่มาของคะแนนได้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ข้อมูลเชิงคุณภาพควรช่วยให้ผู้ประเมินเข้าใจผลงานได้ในครั้งเดียว ใช้โครงง่าย ๆ ว่าทำอะไร เกิดผลอย่างไร และตรวจจากหลักฐานใด หลีกเลี่ยงคำกว้างที่ไม่บอกบทบาทหรือผลลัพธ์ และไม่จำเป็นต้องเขียนยาวเกินไป ขอให้ข้อความสัมพันธ์กับเกณฑ์และหลักฐานที่เลือก หากผู้ประเมินอ่านแล้วรู้ว่างานคืออะไร ผลคืออะไร และเปิดตรวจจากที่ไหน แสดงว่าข้อมูลมีความพร้อม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หลักฐานที่ดีต้องเปิดได้ ตรงกับรายการ และระบุตัวตนของเอกสารได้ ควรทดลองเปิดลิงก์ในหน้าต่างที่ไม่ได้ใช้บัญชีเจ้าของเอกสาร เพื่อดูว่าผู้ประเมินเข้าถึงได้จริงหรือไม่ ตั้งชื่อไฟล์หรือโฟลเดอร์ให้เข้าใจง่าย และหลีกเลี่ยงการแนบหลักฐานรวมที่หาเนื้อหาของรายการไม่พบ</a:t>
            </a:r>
          </a:p>
          <a:p xmlns:a="http://schemas.openxmlformats.org/drawingml/2006/main">
            <a:r>
              <a:t>[สาธิต] กรอกผลงานหนึ่งรายการ แนบลิงก์หลักฐาน และทดลองเปิดลิงก์จากมุมมองผู้ประเมิน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หากข้อมูลยังไม่ครบ ให้เลือกบันทึกร่าง เพราะสามารถกลับมาแก้ไขได้และงานยังไม่ถูกส่งต่อ ส่วนส่งแบบประเมินควรใช้เมื่อข้อมูลบังคับและหลักฐานครบแล้ว ระบบจะนำงานเข้าสู่ลำดับผู้ประเมิน และผู้รับการประเมินอาจแก้ไขไม่ได้ในขั้นนั้น ก่อนกดส่งจึงควรถามตัวเองว่าผู้ประเมินเห็นข้อมูลครบและเข้าใจที่มาของคะแนนแล้วหรือยัง วันนี้ช่วงทดลองเราจะหยุดที่บันทึกร่างก่อน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งานจะไม่ไปถึงทุกคนพร้อมกัน แต่เดินตามลำดับผู้ประเมินที่ผู้ดูแลระบบกำหนด ผู้ประเมินแต่ละคนจะตรวจ ให้ผล และส่งต่องานไปยังคนถัดไป จำนวนผู้ประเมินอาจต่างกันในแต่ละรายการ จึงควรดูสถานะและลำดับของงานนั้น ไม่ควรคาดเดาจากชื่อตำแหน่ง เมื่อถึงผู้ประเมินคนสุดท้าย การยืนยันของบุคคลนั้นจะทำให้งานเข้าสู่สถานะสุดท้าย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เมื่อได้รับงานประเมิน ให้เริ่มจากตรวจว่าข้อมูลตรงกับเกณฑ์ เปิดหลักฐานได้ และเนื้อหาสอดคล้องกัน จากนั้นจึงให้คะแนนหรือความเห็นตามสิทธิ์ของตน หากข้อมูลไม่ครบควรใช้วิธีดำเนินการที่ระบบรองรับ ไม่ควรให้ผลจากการคาดเดา ผู้บริหารหรือผู้ประเมินที่ยังไม่เคยใช้ระบบ ให้สังเกตว่าหน้าจอของผู้ประเมินต่างจากหน้าของผู้รับการประเมินตรงไหน</a:t>
            </a:r>
          </a:p>
          <a:p xmlns:a="http://schemas.openxmlformats.org/drawingml/2006/main">
            <a:r>
              <a:t>[สาธิต] เปลี่ยนเป็นบัญชีผู้ประเมิน เปิดงาน ตรวจข้อมูลและหลักฐาน แล้วบันทึกผล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ผู้ประเมินแต่ละคนรับผิดชอบขั้นของตนเอง เมื่อตรวจครบแล้วจึงส่งต่องาน ผู้ประเมินคนถัดไปจะเห็นข้อมูลและผลตามสิทธิ์ที่กำหนด ส่วนผู้ประเมินคนสุดท้ายมีหน้าที่ยืนยันขั้นสุดท้าย ลำดับนี้อาจไม่ตรงกับตำแหน่งบริหารแบบตายตัว ให้ยึดลำดับที่แสดงในงานเป็นหลัก</a:t>
            </a:r>
          </a:p>
          <a:p xmlns:a="http://schemas.openxmlformats.org/drawingml/2006/main">
            <a:r>
              <a:t>[สาธิต] ส่งต่องานหนึ่งลำดับ แล้วเปิดด้วยบัญชีผู้ประเมินคนสุดท้ายเพื่อให้เห็นปุ่มและสถานะก่อนยืนยัน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เมื่อผู้ประเมินคนสุดท้ายยืนยัน สถานะงานจะเปลี่ยนเป็น ประเมินเสร็จสิ้น หรือ Completed นั่นหมายถึงกระบวนการของรายการนี้ครบตามลำดับแล้ว ผู้ปิดงานไม่จำเป็นต้องเป็นบทบาทเดิมในทุกงาน จึงต้องดูผู้ประเมินคนสุดท้ายที่กำหนดไว้กับรายการนั้นเสมอ</a:t>
            </a:r>
          </a:p>
          <a:p xmlns:a="http://schemas.openxmlformats.org/drawingml/2006/main">
            <a:r>
              <a:t>[สาธิต] ยืนยันขั้นสุดท้ายและแสดงสถานะ Completed</a:t>
            </a:r>
          </a:p>
          <a:p xmlns:a="http://schemas.openxmlformats.org/drawingml/2006/main">
            <a:r>
              <a:t>[กลับมาที่สไลด์] ย้ำว่าการปิดงานเกิดจากลำดับ ไม่ได้ผูกกับชื่อตำแหน่งเดียว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ต่อไปเป็นช่วงทดลองใช้งาน ผู้ที่เคยทดสอบแล้วให้เลือกตรวจความครบถ้วนและช่วยสังเกตจุดที่ต่างจากครั้งก่อน ผู้ที่เข้ามาใหม่ให้ทำตามรายการทีละข้อ เป้าหมายคือเปิดงาน กรอกข้อมูลหนึ่งรายการ แนบหลักฐาน และบันทึกร่าง เมื่อเสร็จให้ยกมือหรือเรียกผู้ช่วย ยังไม่ต้องกดส่งแบบประเมิน เพราะเราจะตรวจความพร้อมและทำขั้นส่งพร้อมกันภายหลัง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หากติดขัด ให้ตรวจสี่จุดก่อน ได้แก่ รอบและรายการ สิทธิ์ของบัญชี สถานะปัจจุบัน และข้อมูลบังคับหรือหลักฐาน หากยังแก้ไม่ได้ ให้จดชื่อรายการ สถานะ และข้อความที่ปรากฏ แล้วแจ้งผู้ดูแลระบบ ข้อมูลเหล่านี้ช่วยวิเคราะห์ได้เร็วกว่าแจ้งเพียงว่าใช้งานไม่ได้</a:t>
            </a:r>
          </a:p>
          <a:p xmlns:a="http://schemas.openxmlformats.org/drawingml/2006/main">
            <a:r>
              <a:t>[ถามผู้เข้าอบรม] มีใครติดที่การเปิดงาน การบันทึกร่าง หรือการเปิดหลักฐานหรือไม่</a:t>
            </a:r>
          </a:p>
          <a:p xmlns:a="http://schemas.openxmlformats.org/drawingml/2006/main">
            <a:r>
              <a:t>[พูด] เมื่อทุกคนพร้อม เราจะตรวจข้อมูลร่วมกัน กดส่งแบบประเมิน แล้วให้ผู้ประเมินทดลองรับงานต่อ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c1329c6ef047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63b58b076345d1" /><Relationship Type="http://schemas.openxmlformats.org/officeDocument/2006/relationships/slideLayout" Target="/ppt/slideLayouts/slideLayout1.xml" Id="Rd0c2bfe7bf704b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c2bfe7bf704b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2b7eb7e594147" /><Relationship Type="http://schemas.openxmlformats.org/officeDocument/2006/relationships/image" Target="/ppt/media/image.jpeg" Id="R7c46f78e0aa043c4" /><Relationship Type="http://schemas.openxmlformats.org/officeDocument/2006/relationships/image" Target="/ppt/media/image.png" Id="R1f4e300f08e648fe" /><Relationship Type="http://schemas.openxmlformats.org/officeDocument/2006/relationships/image" Target="/ppt/media/image2.png" Id="R0338ce18b8804f2e" /><Relationship Type="http://schemas.openxmlformats.org/officeDocument/2006/relationships/notesSlide" Target="/ppt/notesSlides/notesSlide1.xml" Id="R749330050af94e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e2f5d46034e76" /><Relationship Type="http://schemas.openxmlformats.org/officeDocument/2006/relationships/notesSlide" Target="/ppt/notesSlides/notesSlide2.xml" Id="R24cd9dcf01194c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9c104b2fd647d7" /><Relationship Type="http://schemas.openxmlformats.org/officeDocument/2006/relationships/notesSlide" Target="/ppt/notesSlides/notesSlide3.xml" Id="R382eb85a5a824b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816602a5c430a" /><Relationship Type="http://schemas.openxmlformats.org/officeDocument/2006/relationships/notesSlide" Target="/ppt/notesSlides/notesSlide4.xml" Id="R8b87ed1d960041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adfb3ee8545d8" /><Relationship Type="http://schemas.openxmlformats.org/officeDocument/2006/relationships/notesSlide" Target="/ppt/notesSlides/notesSlide5.xml" Id="R82932ddabf7d45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403af84304a13" /><Relationship Type="http://schemas.openxmlformats.org/officeDocument/2006/relationships/notesSlide" Target="/ppt/notesSlides/notesSlide6.xml" Id="R98cd72c2336249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c83601634417d" /><Relationship Type="http://schemas.openxmlformats.org/officeDocument/2006/relationships/notesSlide" Target="/ppt/notesSlides/notesSlide7.xml" Id="R7ec45e8ed61944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5ec2a6fe14fce" /><Relationship Type="http://schemas.openxmlformats.org/officeDocument/2006/relationships/notesSlide" Target="/ppt/notesSlides/notesSlide8.xml" Id="R35bb015b661c4b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3c1969f4547be" /><Relationship Type="http://schemas.openxmlformats.org/officeDocument/2006/relationships/notesSlide" Target="/ppt/notesSlides/notesSlide9.xml" Id="R9874c42e623749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85e0e78794373" /><Relationship Type="http://schemas.openxmlformats.org/officeDocument/2006/relationships/notesSlide" Target="/ppt/notesSlides/notesSlide10.xml" Id="R79c0324429674e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672c91ce04c53" /><Relationship Type="http://schemas.openxmlformats.org/officeDocument/2006/relationships/notesSlide" Target="/ppt/notesSlides/notesSlide11.xml" Id="R4f1f12ddf44a4d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e2e49a1144881" /><Relationship Type="http://schemas.openxmlformats.org/officeDocument/2006/relationships/notesSlide" Target="/ppt/notesSlides/notesSlide12.xml" Id="R16fdbbf606424af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f51f4a1274930" /><Relationship Type="http://schemas.openxmlformats.org/officeDocument/2006/relationships/notesSlide" Target="/ppt/notesSlides/notesSlide13.xml" Id="R454a599e51b74c1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c84a7727b410a" /><Relationship Type="http://schemas.openxmlformats.org/officeDocument/2006/relationships/notesSlide" Target="/ppt/notesSlides/notesSlide14.xml" Id="Rd307b110e6f54f6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9950a41e24735" /><Relationship Type="http://schemas.openxmlformats.org/officeDocument/2006/relationships/notesSlide" Target="/ppt/notesSlides/notesSlide15.xml" Id="R2f9536cc75fc46b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00fe6db6d46f9" /><Relationship Type="http://schemas.openxmlformats.org/officeDocument/2006/relationships/image" Target="/ppt/media/image3.png" Id="R506b29f47afb4b40" /><Relationship Type="http://schemas.openxmlformats.org/officeDocument/2006/relationships/notesSlide" Target="/ppt/notesSlides/notesSlide16.xml" Id="R2dab2f39c7f54e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6f78e0aa043c4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1972B509-FF21-4575-8F44-CDD5A239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F6E7554-2438-461E-BA70-91B22B4B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e300f08e648fe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07255179-CFED-4BBB-8566-FF30CB93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289E15A5-D942-4FB0-A165-67ABD5EF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F1E04BE-D4C0-4E2D-B675-336E085B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สำหรับบุคลากรสายวิชาการ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CCE71C91-97CE-49EE-A926-3B5A3BA3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FF22584E-A9B7-4319-B4EA-EE5BA8E8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E0C7972B-1446-4E2A-9D9F-1461D564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สายวิชาการ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8ce18b8804f2e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323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7C76EDB2-92F8-4617-8EF7-DAC7F25A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FC90F58C-9396-4BE8-87B9-74044592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F30889F2-34C7-401F-BDB3-8FA0E6B1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0E1BE5-128A-4336-B363-7577A571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15542F-B032-4814-97ED-592D17CE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BF73A2-7813-464C-AC8B-7D245092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F2618-DF3F-43DE-A35B-A356C16F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CA0F6E-8BB6-4E61-A92F-795CB5A1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539CC6-507E-4160-AE1A-F34D0A6E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A1D9D3-FEB5-4556-9D44-BDACAA16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C95702-E6C9-4280-86E3-60663662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D1817C-9B90-4753-AF3E-E0652D25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114E12-C5CA-4490-9707-FCD728CC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93A322B8-15DA-438E-A279-2197B5B9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921E6-A5E1-4E8E-9858-F5B2C7CF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A05EA7-3CF6-409F-8E8E-48EB1341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6FB83B7-DCCE-47D2-8A16-F80DF9EB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2ACC078B-E728-4028-8BB9-3490D8AD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83DB992E-6375-43A2-A4D6-35FBA984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16</a:t>
            </a:r>
          </a:p>
        </p:txBody>
      </p:sp>
    </p:spTree>
    <p:extLst>
      <p:ext uri="{BB962C8B-B14F-4D97-AF65-F5344CB8AC3E}">
        <p14:creationId xmlns:p14="http://schemas.microsoft.com/office/powerpoint/2010/main" val="5216567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03109EEB-976C-40D0-B827-8F73CC24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5928B333-2A1B-4AC0-8148-3610425E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4BD5648E-025D-4CDB-96F1-9DEC01DA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E020A3-29EA-46C8-B6E7-776E0153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B14A37D5-AB7A-470E-BAA2-D0A4B35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80B1C96B-E4A1-4DA5-A127-E6B3FA1A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45745-AD69-4F2F-A555-CC80304F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10E93-8DBD-4481-A58F-CA8F840F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8B9334-736B-459C-80AF-D7118726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F69A5C-889D-4F97-B02A-B79E0370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เลือกรอบและรายการ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F7B4F0-18D9-4C84-97DF-E89776A0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482892-08C1-412C-9728-E995E7A1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9580D8-CD03-479D-97F9-7B1C5812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BC9F75-C7E9-4D65-AB31-2FE31A68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F4698-159D-4D30-8135-D3381DCE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7999B-B9C7-442B-8E3F-C3D5434F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2CFBB0-958F-4B3F-8D9F-E62F5A5F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D5817A-DA0A-4CD1-A7B4-DD214DDF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B2FF4-3D95-41F4-8BA1-8F1A98B7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850B4B-52ED-4D56-B0BA-8E7F58A3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26586-DDED-40A2-8C17-7B6C5393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771CC3-0964-4458-BE24-4A717295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EB5A66-8D01-426A-8382-A1715139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BD90AA-BC53-46AE-ADCB-D7CBD869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0DC728-A84C-406A-9E0D-AAB10D5E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D8FCEA-A4DB-4123-A9AD-03F31856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874311-310B-458E-89C8-B8538F27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0051213-4D69-4106-B604-A0265812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96B79571-6101-4747-9D8F-49EDD5EE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91458F2C-2923-4066-A50D-9018386E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16</a:t>
            </a:r>
          </a:p>
        </p:txBody>
      </p:sp>
    </p:spTree>
    <p:extLst>
      <p:ext uri="{BB962C8B-B14F-4D97-AF65-F5344CB8AC3E}">
        <p14:creationId xmlns:p14="http://schemas.microsoft.com/office/powerpoint/2010/main" val="2820732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B4C3BC11-B112-4232-A89B-EB383866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9BDF0C27-ABCA-464A-8364-480B170A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1959FDE9-65FE-462C-983A-B1A45114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5880C-4083-48EF-9023-30867EF3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คุณเป็นเจ้าของความครบถ้วนของข้อมูลวิชาการในขั้นแรก ผู้ประเมินจึงตรวจต่อได้อย่างมีหลักฐาน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F67F4-5563-4816-96AD-B0FF5DD74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EF728-8916-4114-BCFE-651A7327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4707B4-B57B-499D-B5A4-79722893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C9681-7C63-4D51-878D-CA7BEA65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A3CA3-E521-4558-90D7-29E35C83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EDBD8D-0E88-4648-9DCE-EBA22BFF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B1642-477F-405C-9A90-6B2D9F43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975BEF-33D6-4A30-8915-AF45DB5A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461252-9E44-4E7D-94A8-4220F6A4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25747A-5AF3-4CFB-B28A-7CED9D94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84841-481F-4061-B417-660F4C20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84F903-A53F-41B0-B79C-E694A8FF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7CFF7-EB6A-41C6-BED8-0F14280E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BA03BB-D50E-4761-8C70-64B3ACA1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C830BCFD-5F21-45CB-B7E7-62289485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B183D57D-CF37-4A42-BF2F-8557271C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60C9DC50-EB4F-43D1-8BE7-38C428EE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16</a:t>
            </a:r>
          </a:p>
        </p:txBody>
      </p:sp>
    </p:spTree>
    <p:extLst>
      <p:ext uri="{BB962C8B-B14F-4D97-AF65-F5344CB8AC3E}">
        <p14:creationId xmlns:p14="http://schemas.microsoft.com/office/powerpoint/2010/main" val="9978589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26ECB741-8343-4948-8415-0AFEB857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8060340F-2A09-407D-9D7F-404B2A16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CD64F7BC-D004-44E9-9430-06C2CF59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เริ่มจากตรวจสอบรอบประเมินและรายการของคุณ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09B48-BF7A-4B7B-9C79-9ADFB981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A890A-E237-4ABE-8A2B-79FEC10E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74FE7-CA17-4422-8FFF-D5E50C48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F17D8A-98BD-46AF-8EE0-E6CDF818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BB090F-1D80-4BFB-9E16-D4E0182A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ปีและช่วงเวลาถูกต้อง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B76822-541F-495B-BC8D-8633C8AB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23304A-76E1-448D-9766-28D7E238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448EC-9D38-486A-BC74-BC82AC56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D722C5-383E-435D-80DE-DF57E1E6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B74E92-8A82-4919-B359-1E38BAAD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4C304-B22A-4170-90C2-D247D2F2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95F4D6-8ADC-48DA-894D-5288D84C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EBFBF-A5C0-402D-A78E-0EFA189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C4B0849A-64D8-4962-9290-1BEBBF94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B4CC8D-EE6E-4DD3-82A9-A21E7183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64E148-876D-4687-9070-4B589895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1C5F5A-6F61-4FCC-AA21-867E2EB0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สายวิชาการ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47FE98-7E7E-4E95-97EC-12E3D1F4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9ACFAB-2F42-4FC1-8E65-2E6A694F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697910-D0A5-4C59-A2D0-4A217A3B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BF005A-ADDC-40F1-BAF8-73E6F62B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FAD61D2-79AA-439A-95AD-1B622D3C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17573C5B-03BB-4752-BCA0-36049A8C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BA884BDC-FDE8-4800-962A-97AD3B2C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16</a:t>
            </a:r>
          </a:p>
        </p:txBody>
      </p:sp>
    </p:spTree>
    <p:extLst>
      <p:ext uri="{BB962C8B-B14F-4D97-AF65-F5344CB8AC3E}">
        <p14:creationId xmlns:p14="http://schemas.microsoft.com/office/powerpoint/2010/main" val="18591453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BA936510-FBAF-4330-BBDA-1518C62F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D917C9D4-12DF-4B8B-AD7A-096F05AB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C31ADFE3-047B-4B30-8C41-71FF6E5C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220F8-E471-45C8-93A5-F6E8BEEC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77391-7BC7-43BC-9D8F-7D4F98C4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7EAB4E-C91F-47ED-8D49-B0B52E1B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D88BEF-BCB9-4DC9-8516-DB02FFDA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0D5A4-AB61-4F5F-A1DB-137FD92E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81550B-48B7-4535-A00D-CF5B38AE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DF5E2B-8D67-4654-BF09-B4EC1EDB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0E19D-74A9-4F45-9AC8-F97FFBF6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5E530-EEF7-4C6F-9C69-6AD93125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F83CD1-C0B9-42D1-B7DC-9F0F2023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441E3B-81C2-4D0B-B92D-204C1F99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78328B-3FE4-4905-9FC5-98E81516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F03BC8-748F-40BB-833D-B863DCF3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D3101A-93B2-4DB2-B769-DE0278C9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AEF8F5-7D52-4BEC-8940-9F52B325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68E5BB-8030-4427-8528-F8A38070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974B79-7BD1-4132-8340-68ABF4C0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245BE4-5A5C-4144-B72F-5CB6DB9B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2F2F64-9FF3-4125-860B-1BA0C7AF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DBA7EE00-93A3-4EFC-90F9-79486F56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AFE05C07-A9FA-403D-9AEE-1588465E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4662313E-38A8-4546-9B40-5A92E8AC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16</a:t>
            </a:r>
          </a:p>
        </p:txBody>
      </p:sp>
    </p:spTree>
    <p:extLst>
      <p:ext uri="{BB962C8B-B14F-4D97-AF65-F5344CB8AC3E}">
        <p14:creationId xmlns:p14="http://schemas.microsoft.com/office/powerpoint/2010/main" val="9154472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02E269B6-114F-4C6C-B89C-282FC936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E0C63E7D-F15B-4BF4-A742-28FF8A08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ข้อมูลเชิงปริมาณ  /  สายวิชาการ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5B22712B-CD6B-491F-AF89-38AAAFD9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กรอกภาระงานที่ทำได้ แล้วตรวจคะแนนที่ระบบคำนวณ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51D360-0BBC-43F5-A1D2-686A62B0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อ่านช่อง A–D ให้เป็นลำดับเดียวกัน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D934B-E5BB-4537-BE7E-92704E70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A7229-EC47-4CA2-9957-A3978BBC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68C96-BFB3-469A-8774-EE0948FB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ค่าน้ำหนัก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79E14A-3A49-4E02-929D-E5707551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กำหนดจากเกณฑ์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B9409F-E109-46B4-B483-3F610EF4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52B367-B6C4-4D4B-B64F-4BE01FE2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597A61-BEB7-40A6-9BB3-17EAD7AA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ภาระงานมาตรฐาน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229670-0C32-4D7D-BE4A-C16FC14C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ค่าฐานของรายการ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1B5DB-FB73-465C-BFFD-6F6594BC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B8170D-E50D-45E9-AD7C-C5A57C2A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BD9D63-6F32-4254-AA3E-5E317F5C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ภาระงานที่ทำได้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63AEA-A9B7-436F-89F2-03F793D1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ข้อมูลที่คุณกรอก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EB541E-A8B7-44AA-99F6-A61F258C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023A48-A7DF-469B-9E0C-A0AE2A6A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F6B37A-E55A-43D6-AB43-17BC4B90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คะแนนที่คำนวณ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D03949-192A-4B44-9517-0C532B3C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ตรวจผลจากระบบ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9E12D8-1341-4960-AAFD-17FB4419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ตรวจหน่วยและค่าทศนิยมก่อนบันทึก</a:t>
            </a:r>
          </a:p>
        </p:txBody>
      </p:sp>
      <p:sp>
        <p:nvSpPr>
          <p:cNvPr id="22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69FF7D4E-4E24-4CE5-9854-408567B5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C64A76EC-A0D5-4B37-ADA5-F2F09A0E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2AFCCC3F-BFCB-41CA-AF56-93C3FD0B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16</a:t>
            </a:r>
          </a:p>
        </p:txBody>
      </p:sp>
    </p:spTree>
    <p:extLst>
      <p:ext uri="{BB962C8B-B14F-4D97-AF65-F5344CB8AC3E}">
        <p14:creationId xmlns:p14="http://schemas.microsoft.com/office/powerpoint/2010/main" val="6312056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630EF2C6-A950-456D-AB7E-818D2DD4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184ABAD0-5712-4AEF-B75F-F3409954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ข้อมูลเชิงคุณภาพ  /  สายวิชาการ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21DB7395-CA03-4F47-8D83-97052412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อธิบายผลงานให้ผู้ประเมินเข้าใจได้ในครั้งเดียว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47BC65-A6B5-4657-A7A1-A4C42BFC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เขียนให้เห็นว่า “ทำอะไร — เกิดผลอย่างไร — ตรวจจากไหน”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22776A-28C2-4904-B358-635DE1D3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EAC64-F9DE-41FC-81C0-F76FF4A7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432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2F24E9-BCF5-488A-A1B8-88F5C024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ระบุผลงานหรือบทบาทให้ชัด ไม่ใช้คำกว้าง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4C2DF-1134-4FEC-AD8E-4C4A8A92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2900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A66B0A-3FC3-44E7-B0ED-DEE4A037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70FAF-44DF-4978-8F41-57DA854A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เกิดผลอย่างไร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306C56-C3A4-4AAF-B24F-6B3C1279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สรุปผลลัพธ์ที่สัมพันธ์กับเกณฑ์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889A61-FADA-41F0-AE21-DB008DDC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00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232B1-3C97-4B01-9581-75203138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6C5CB-2AB1-49D5-ACBB-E937AF90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ตรวจจากไหน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66E665-6E54-487A-8EB7-094C785B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ชี้ไปยังเอกสารหรือหลักฐานที่ตรงรายการ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FCDF88-7017-4181-B929-0D1BAFCE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876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DC556B-9C17-4B1B-A3C7-10B046B4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ชัด • สั้น • ตรวจสอบได้</a:t>
            </a:r>
          </a:p>
        </p:txBody>
      </p:sp>
      <p:sp>
        <p:nvSpPr>
          <p:cNvPr id="18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C203DBEC-719B-4644-8FFD-743D7015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BC750CB3-21A1-47FC-A594-5ADCAD75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7D0AB9F9-0C75-434A-A6D6-09CA6A38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16</a:t>
            </a:r>
          </a:p>
        </p:txBody>
      </p:sp>
    </p:spTree>
    <p:extLst>
      <p:ext uri="{BB962C8B-B14F-4D97-AF65-F5344CB8AC3E}">
        <p14:creationId xmlns:p14="http://schemas.microsoft.com/office/powerpoint/2010/main" val="20108364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E8652B17-8DFC-46E7-9EB0-5299BDF6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819755AF-72B5-4CC7-A918-C06409DF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0520974E-6162-45FE-81F3-A3AD8BA4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ECAB45-1CEE-4AF7-B16E-90967F7C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40A3D-FBF9-4106-AA23-39AE8A3B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2C4088-ED5C-41E6-AF8C-D66F6484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198A7D-83F0-4959-BCFA-93624755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F1D6C8-4A88-4623-835C-431E786E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B240B-CBDB-4B48-AE22-97AF7974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07BC4-7F10-4E73-A14E-00E4BC40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836874-1596-473E-A243-56BA32D4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B4E6E-5FB7-421A-A920-0982B84A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115C70-80CC-4B28-A415-D672DE8E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32C413-662E-4449-B958-2DE93E88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14E296-202C-485B-ADAB-DFC6BE93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774178-9CE0-4E11-BDE6-D7BDE19F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F8D9C6-DD39-406A-B92A-C0E229C5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4D8978-764A-433E-9804-2CCBB2A8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6B28561F-243F-41EE-A57F-7EE6E397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5EFE6947-85B2-4DB6-B109-11F62CFB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94B06FE9-6C94-48D3-B597-5024C22C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16</a:t>
            </a:r>
          </a:p>
        </p:txBody>
      </p:sp>
    </p:spTree>
    <p:extLst>
      <p:ext uri="{BB962C8B-B14F-4D97-AF65-F5344CB8AC3E}">
        <p14:creationId xmlns:p14="http://schemas.microsoft.com/office/powerpoint/2010/main" val="15873848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59993EFB-00FC-4505-A7A7-93570D95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A4709366-B4A7-4561-83E8-DF2994AF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85DDFD01-A965-4592-8BC5-7E51A15B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C30FF935-8C5F-47CA-8EEA-52453490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BFB81-CFF6-4C33-AEF8-C9FD7B33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ED13B8-F153-46D1-B317-9817057E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54AADB0C-78B9-4C17-AE7C-B706C5E4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19050">
            <a:solidFill>
              <a:srgbClr val="4356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880223-0855-4A3A-8B80-E5B7B692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B7FE8-72BC-4791-9EA3-6FB1EEED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308F3B-E537-467D-BAD3-FDC28408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05A55A7B-1E11-44B9-9346-9949962C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E6A06A30-FF24-44B0-9EDF-356AAFFF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3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45A73C81-1DCB-4DEA-B285-F6B5018B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16</a:t>
            </a:r>
          </a:p>
        </p:txBody>
      </p:sp>
    </p:spTree>
    <p:extLst>
      <p:ext uri="{BB962C8B-B14F-4D97-AF65-F5344CB8AC3E}">
        <p14:creationId xmlns:p14="http://schemas.microsoft.com/office/powerpoint/2010/main" val="2175424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EC01C189-7BCE-4861-979A-F6B7637F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82A4DA38-7D99-4268-8444-B71BBBB2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DD505B16-4F49-49CF-A395-8A1699BE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D9F3C-877B-42B9-9F22-A3D8FD72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8281D-5175-431D-8371-07CAEE97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86A14B-05AD-4C9E-98C5-F7BBC56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9166DB-2917-4C7A-92CA-6371ECCE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9DEBF-CD3E-49E2-95B9-CEFC8345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FF8E9-C1E9-4BA4-8C98-0C4D03EB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4C04F-C296-4B2F-9CA4-AF228FA6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E32382-384F-41AE-8919-7B6340F8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84A735-04E3-44A8-A3D4-E144695A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079CEA-61CE-4BF2-ABDD-A3342615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AF413-73D3-4B46-8316-C0131F28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19416E-A771-4EF2-86A1-0330A20A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574171-8EA4-4416-9882-664B0F7B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098980-0B23-4941-B97A-31596E9A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6AC9B9-4784-47BF-BB59-894F383B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0F9DF8-EAD5-4241-B405-73B0A993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4D1807-E55D-455E-A7CE-DE9F2672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8354B8-08E0-457E-B34D-B2BAB569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AA065F90-FD23-4E1C-B9B7-722FFEA5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97250880-9326-4A63-A4EC-63392B18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FB4BEF8B-F339-428A-BF3E-6B715575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16</a:t>
            </a:r>
          </a:p>
        </p:txBody>
      </p:sp>
    </p:spTree>
    <p:extLst>
      <p:ext uri="{BB962C8B-B14F-4D97-AF65-F5344CB8AC3E}">
        <p14:creationId xmlns:p14="http://schemas.microsoft.com/office/powerpoint/2010/main" val="4295302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A112D3DC-00D7-4121-B5D3-EEADE057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66592450-0F3B-400D-BBF8-96615B61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70F0CD9E-F55C-485A-A729-BCAB65BD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1E2BF-7DA2-499F-B514-E50E3F90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EE8DA-7678-4798-9A38-CF57FF4B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1BE02-DEE3-4067-AFA7-1C51C5FE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30DDC-811E-465B-8FB4-28E84EE7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62863C-7CD9-4509-8094-DDB1C6B9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61C490-584D-48BE-AD4A-38FFA705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FBA188-167E-4D68-B102-BDFC253B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535307-930A-4FC5-936B-76ECF467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9AD2B-3884-4802-85AD-484A7AFF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564CDF-2F45-47B6-9826-920ECCA0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35BC57-2E24-4B37-BCEA-A1A5004D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6D585D-3853-49B4-AEF8-A9FDEA14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DD9ED6-1E43-46C4-8A76-9221171E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7C9107-A4B6-48EA-B456-12233400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340E41-D546-4256-9C91-A429BE24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749C3-003D-4F30-A043-412162C7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FCA283-B7DC-4D46-8974-8BAEE075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6CAC213C-EABB-4C17-9FE4-6F78D9C6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3630077A-804B-4932-902E-962C0E40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3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E8020650-FD1B-4F00-8A52-4C35E1AB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16</a:t>
            </a:r>
          </a:p>
        </p:txBody>
      </p:sp>
    </p:spTree>
    <p:extLst>
      <p:ext uri="{BB962C8B-B14F-4D97-AF65-F5344CB8AC3E}">
        <p14:creationId xmlns:p14="http://schemas.microsoft.com/office/powerpoint/2010/main" val="2566997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D3F850A8-2CC7-409A-92C3-E72A2CCF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5B1AAE7E-52E0-4CCC-99A7-E464DD01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7A9B6B49-C754-4497-A8D5-D696AA9B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8749D-EA5A-45EB-AA77-66B5851B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8A556-9024-41C9-BC67-9890884D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A6F23C-AD75-4D37-AA48-8036AF5B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FCA32-07D0-4064-A5EC-B76B9C1D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56DBB-9A19-45D4-9E19-61388E90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5D401A-DC0A-4C39-96C7-EF7AB715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40D6A1-EB78-477E-8798-E703CCEE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AA2E09-BE0A-4A4D-975E-5FCF2E3E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F635C-9F46-41A8-B106-2B5F0D76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654E51-F3FF-4216-BDD8-C4ECFD8A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50CF31-601F-456E-889D-B666E3B2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91AB41-778B-4757-8DCE-ABB9C6DB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E5D41E-98B4-4A29-B05F-FB41034A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082791-F744-4C82-B1A7-997C8A51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69E223C1-C3FE-40E4-80A0-A79663FA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51ED7077-5D11-4E78-853A-F97628C3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93588948-37DB-47E7-8D20-C54ADAE4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16</a:t>
            </a:r>
          </a:p>
        </p:txBody>
      </p:sp>
    </p:spTree>
    <p:extLst>
      <p:ext uri="{BB962C8B-B14F-4D97-AF65-F5344CB8AC3E}">
        <p14:creationId xmlns:p14="http://schemas.microsoft.com/office/powerpoint/2010/main" val="339151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3376BD-84B3-4CC8-936C-402EBA6E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0A213F-F8C1-41A2-9A0F-EA97B252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3D176-007A-41E3-8F8E-BCC62514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C7F31-B00F-4160-B524-6D0788908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B95BF-06D7-4CB0-8AA9-C0991F7F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24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5896A5-C2D6-41D9-BBED-437D8F2E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663FA-122E-4D42-8F71-B4AA1464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225693-3539-4084-81FA-A06F8CE7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52AD62-C9F6-4C10-B9CE-7F2D1119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B8C5D1"/>
                </a:solidFill>
                <a:latin typeface="Tahoma"/>
                <a:ea typeface="Tahoma"/>
                <a:cs typeface="Tahoma"/>
              </a:defRPr>
            </a:pPr>
            <a:r>
              <a:rPr sz="1050" b="0">
                <a:solidFill>
                  <a:srgbClr val="B8C5D1"/>
                </a:solidFill>
                <a:latin typeface="Tahoma"/>
                <a:ea typeface="Tahoma"/>
                <a:cs typeface="Tahoma"/>
              </a:rPr>
              <a:t>MSU EVA  •  สายวิชาการ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07595B-D025-4E68-AF51-5A3E9C63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293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14 / 16</a:t>
            </a:r>
          </a:p>
        </p:txBody>
      </p:sp>
    </p:spTree>
    <p:extLst>
      <p:ext uri="{BB962C8B-B14F-4D97-AF65-F5344CB8AC3E}">
        <p14:creationId xmlns:p14="http://schemas.microsoft.com/office/powerpoint/2010/main" val="7346456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1E40B7D8-1615-40F5-BE8C-5B58DCB0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701FC34B-4055-432A-BB9F-F36DAA1B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15217000-7D89-4921-9860-B67CF75A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07B48-CA48-40A5-BBCD-07FC4873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5F06D-B016-4C15-BEEC-23233608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823422-F875-4B6C-ABC6-A9640F56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CA650E-2E73-42C9-B5ED-815CBBA0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16AA9-528C-4CD4-ABC8-7C077336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D3F96B-C1A1-4807-A91D-2748E995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8A7B40-2AD7-41E4-9F73-D1232B3A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F3E1AC-8C83-4AA4-9425-6FE0CFC4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932F9-0D1D-467E-A90D-C4D9285F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5A4FDF-B677-4AAB-B6C0-0D32C1F3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E194C-0EAA-4AC5-BE8D-EE768DBF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32EFF1-D6E0-47F6-9190-35CD33AB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A2104-BE1B-462E-9490-228D94C3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A32FA1-1A52-42BB-87CB-9C916C42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59E29E-5E2F-4BCE-9A77-3380D98C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502A7363-0B7A-4464-9708-4D7F560E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DEBB26B6-64F8-45DB-BC5B-3AE3EF52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17FA5314-BEDF-41FC-B9A8-0E16E75F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15 / 16</a:t>
            </a:r>
          </a:p>
        </p:txBody>
      </p:sp>
    </p:spTree>
    <p:extLst>
      <p:ext uri="{BB962C8B-B14F-4D97-AF65-F5344CB8AC3E}">
        <p14:creationId xmlns:p14="http://schemas.microsoft.com/office/powerpoint/2010/main" val="35438216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889ADBF9-C94F-439E-8663-90A0B080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99F7969A-E41F-4174-90E3-720042D6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8B808330-FFEB-4C10-91E1-7B29A7BF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A720C-C8D1-43D8-B147-0A323B6C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5C7E0-D43D-416A-9521-6F717A4D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303E7-5CB4-4A11-9ADC-CC21E735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ตรวจรอบประเมิน บทบาท และงานที่ได้รับมอบหมาย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134161-B878-4C37-8F74-6B35C379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B28FA7-6FEC-4886-A9B1-2557CF7E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6B8A6E-39A0-4FE4-877A-C84987AF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1DD469-ACAF-4322-8EFC-81EBE89F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E19846-7B18-45BC-B10D-C1578025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FE4C76-F1EE-467E-8ED7-9D3A5135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033F49-0DF2-40C3-83F4-F27E68B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0153-3151-4064-B072-9431A004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AA8EF6-3F6C-4C89-887E-3743F94D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F29499-D5B7-4461-8180-508A1884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5B557C-A2C5-40A6-8DB9-D36FB8E6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69347B-F82F-48E9-A729-4DC0A98B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96DF8D-F0AD-4C03-8665-296EE400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51EDE-F713-4210-91ED-84D467C6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b29f47afb4b40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6C45DDEE-4CCF-4E82-B73C-F40915BF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350E1048-B121-444D-9E79-AA0958CE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3623E4FD-9EDF-4DCC-B336-2792D44E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16 / 16</a:t>
            </a:r>
          </a:p>
        </p:txBody>
      </p:sp>
    </p:spTree>
    <p:extLst>
      <p:ext uri="{BB962C8B-B14F-4D97-AF65-F5344CB8AC3E}">
        <p14:creationId xmlns:p14="http://schemas.microsoft.com/office/powerpoint/2010/main" val="11836431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2026-07-30T02:50:32.5550000Z</dcterms:created>
  <dcterms:modified xsi:type="dcterms:W3CDTF">2026-07-30T02:50:32.5550000Z</dcterms:modified>
</coreProperties>
</file>