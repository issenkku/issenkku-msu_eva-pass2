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MSU EVA � ????????????????????????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????????????????????????????? ???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????????????/??????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 ???????????????????????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??????????????????? ??????? 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 Excel ???????????????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Admin: ??????/?????, ?????/???, Export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Manager: ????/????????, ???????????, 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Director: ????/??????, ?????? Completed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Evaluator: 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Evaluatee: ?????????????????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Users, Departments, Positions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 Version / Criteria Config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Assignment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Dashboards 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Reports (Excel)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 ? 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Evaluatee/Evaluator 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????/????????/????????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 ?????? ? Completed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evaluatee-dashboard ????????/???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Quantity/Quality 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 ?????????????????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evaluator-dashboard 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 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manager-dashboard ? manager/{id}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????/???????? + 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?????: Manager_draft ???? Completed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 Read-only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director-dashboard ? director/{id}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????/???????????????????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 Completed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????????????/????? (Users/Roles)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?????/???????? (report-version, criteria-config)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 (assignment-data)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 + Export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/ 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?????????: export/reports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????????????: reports/{id}/export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Excel ??????????????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???????/???????????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????????????: settings/profile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???????????????: settings/password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???????????: forgot-password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Login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?????/????????, 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????????: ?????/??/??????/????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 + 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 + pagination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 Export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Evaluatee � ????????????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?????????: ????/????????/????????/?????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 Quantity/Quality + ????/????????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??????????, ??????????/???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Evaluator � 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 + 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????/????????, ??????????/???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 � ????/????????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 + ???????? + 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 Quantity/Quality + 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?????????????: Manager_assign/Manager_draft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 / ????????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Director � ??????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?????????/?????????????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????/???????????????????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 Completed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Users /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?????/???????, 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?????/?????/??, ?????? Excel, ????????????????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 (permissions)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Departments / Positions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???????????, ?????/?????/??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??????????????????/??? (?????)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Criteria / 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 ???????? (report-version)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????????????? (criteria-config): ????/??????/?????????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???????/????, ?????????????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Assignment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????????: ????/????????/????????/????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??? Evaluatee/Evaluator/Manager/Director ?????????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/ Settings / 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Export: ???/??????????? Excel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Settings: ???????/????????/??????????????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Activity Log: ????/????????/?????????? + ????????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2025-10-08T04:07:37Z</dcterms:created>
  <dcterms:modified xsi:type="dcterms:W3CDTF">2025-10-08T04:07:37Z</dcterms:modified>
</cp:coreProperties>
</file>