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c9a7da46b44973" /><Relationship Type="http://schemas.openxmlformats.org/officeDocument/2006/relationships/extended-properties" Target="/docProps/app.xml" Id="Rb9db627582e740ac" /><Relationship Type="http://schemas.openxmlformats.org/officeDocument/2006/relationships/officeDocument" Target="/ppt/presentation.xml" Id="Rd63d8630dfd845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aac8b7b0484f8b"/>
  </p:sldMasterIdLst>
  <p:notesMasterIdLst>
    <p:notesMasterId xmlns:r="http://schemas.openxmlformats.org/officeDocument/2006/relationships" r:id="R7795cc0a2835467d"/>
  </p:notesMasterIdLst>
  <p:sldIdLst>
    <p:sldId xmlns:r="http://schemas.openxmlformats.org/officeDocument/2006/relationships" id="256" r:id="R9f9d290b8f6c4535"/>
    <p:sldId xmlns:r="http://schemas.openxmlformats.org/officeDocument/2006/relationships" id="257" r:id="Ra6617fcdb7a84148"/>
    <p:sldId xmlns:r="http://schemas.openxmlformats.org/officeDocument/2006/relationships" id="258" r:id="R3f2d5bc42a844298"/>
    <p:sldId xmlns:r="http://schemas.openxmlformats.org/officeDocument/2006/relationships" id="259" r:id="Rd47c52411831481f"/>
    <p:sldId xmlns:r="http://schemas.openxmlformats.org/officeDocument/2006/relationships" id="260" r:id="R361431550f0a4e1e"/>
    <p:sldId xmlns:r="http://schemas.openxmlformats.org/officeDocument/2006/relationships" id="261" r:id="Re135891ea48e42d6"/>
    <p:sldId xmlns:r="http://schemas.openxmlformats.org/officeDocument/2006/relationships" id="262" r:id="Rf0a5b9ccb9cc433a"/>
    <p:sldId xmlns:r="http://schemas.openxmlformats.org/officeDocument/2006/relationships" id="263" r:id="Rc03a9c6ad5954f75"/>
    <p:sldId xmlns:r="http://schemas.openxmlformats.org/officeDocument/2006/relationships" id="264" r:id="R2fb028bfdcee4e8e"/>
    <p:sldId xmlns:r="http://schemas.openxmlformats.org/officeDocument/2006/relationships" id="265" r:id="Rdb92fd087eaa4327"/>
    <p:sldId xmlns:r="http://schemas.openxmlformats.org/officeDocument/2006/relationships" id="266" r:id="R319e6f61d05148a1"/>
    <p:sldId xmlns:r="http://schemas.openxmlformats.org/officeDocument/2006/relationships" id="267" r:id="R4eab60b2fda94c7c"/>
    <p:sldId xmlns:r="http://schemas.openxmlformats.org/officeDocument/2006/relationships" id="268" r:id="Rcaee6477560842c8"/>
    <p:sldId xmlns:r="http://schemas.openxmlformats.org/officeDocument/2006/relationships" id="269" r:id="R189d4b58a1194c66"/>
    <p:sldId xmlns:r="http://schemas.openxmlformats.org/officeDocument/2006/relationships" id="270" r:id="R7679ad7aca7f4357"/>
    <p:sldId xmlns:r="http://schemas.openxmlformats.org/officeDocument/2006/relationships" id="271" r:id="R26a83b588818415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4afaf567c44c53" /><Relationship Type="http://schemas.openxmlformats.org/officeDocument/2006/relationships/slideMaster" Target="/ppt/slideMasters/slideMaster1.xml" Id="R2caac8b7b0484f8b" /><Relationship Type="http://schemas.openxmlformats.org/officeDocument/2006/relationships/notesMaster" Target="/ppt/notesMasters/notesMaster1.xml" Id="R7795cc0a2835467d" /><Relationship Type="http://schemas.openxmlformats.org/officeDocument/2006/relationships/presProps" Target="/ppt/presProps.xml" Id="R4470aeb6623346bb" /><Relationship Type="http://schemas.openxmlformats.org/officeDocument/2006/relationships/tableStyles" Target="/ppt/tableStyles.xml" Id="Rbab9bfa21e8e444f" /><Relationship Type="http://schemas.openxmlformats.org/officeDocument/2006/relationships/slide" Target="/ppt/slides/slide1.xml" Id="R9f9d290b8f6c4535" /><Relationship Type="http://schemas.openxmlformats.org/officeDocument/2006/relationships/slide" Target="/ppt/slides/slide2.xml" Id="Ra6617fcdb7a84148" /><Relationship Type="http://schemas.openxmlformats.org/officeDocument/2006/relationships/slide" Target="/ppt/slides/slide3.xml" Id="R3f2d5bc42a844298" /><Relationship Type="http://schemas.openxmlformats.org/officeDocument/2006/relationships/slide" Target="/ppt/slides/slide4.xml" Id="Rd47c52411831481f" /><Relationship Type="http://schemas.openxmlformats.org/officeDocument/2006/relationships/slide" Target="/ppt/slides/slide5.xml" Id="R361431550f0a4e1e" /><Relationship Type="http://schemas.openxmlformats.org/officeDocument/2006/relationships/slide" Target="/ppt/slides/slide6.xml" Id="Re135891ea48e42d6" /><Relationship Type="http://schemas.openxmlformats.org/officeDocument/2006/relationships/slide" Target="/ppt/slides/slide7.xml" Id="Rf0a5b9ccb9cc433a" /><Relationship Type="http://schemas.openxmlformats.org/officeDocument/2006/relationships/slide" Target="/ppt/slides/slide8.xml" Id="Rc03a9c6ad5954f75" /><Relationship Type="http://schemas.openxmlformats.org/officeDocument/2006/relationships/slide" Target="/ppt/slides/slide9.xml" Id="R2fb028bfdcee4e8e" /><Relationship Type="http://schemas.openxmlformats.org/officeDocument/2006/relationships/slide" Target="/ppt/slides/slide10.xml" Id="Rdb92fd087eaa4327" /><Relationship Type="http://schemas.openxmlformats.org/officeDocument/2006/relationships/slide" Target="/ppt/slides/slide11.xml" Id="R319e6f61d05148a1" /><Relationship Type="http://schemas.openxmlformats.org/officeDocument/2006/relationships/slide" Target="/ppt/slides/slide12.xml" Id="R4eab60b2fda94c7c" /><Relationship Type="http://schemas.openxmlformats.org/officeDocument/2006/relationships/slide" Target="/ppt/slides/slide13.xml" Id="Rcaee6477560842c8" /><Relationship Type="http://schemas.openxmlformats.org/officeDocument/2006/relationships/slide" Target="/ppt/slides/slide14.xml" Id="R189d4b58a1194c66" /><Relationship Type="http://schemas.openxmlformats.org/officeDocument/2006/relationships/slide" Target="/ppt/slides/slide15.xml" Id="R7679ad7aca7f4357" /><Relationship Type="http://schemas.openxmlformats.org/officeDocument/2006/relationships/slide" Target="/ppt/slides/slide16.xml" Id="R26a83b58881841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3ad3ca2cae4a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66cf6dbbe84f9c" /><Relationship Type="http://schemas.openxmlformats.org/officeDocument/2006/relationships/notesMaster" Target="/ppt/notesMasters/notesMaster1.xml" Id="Rb6d45a2589aa41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aa86c275c349f6" /><Relationship Type="http://schemas.openxmlformats.org/officeDocument/2006/relationships/notesMaster" Target="/ppt/notesMasters/notesMaster1.xml" Id="R3a7b97171c5548b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8c297169984762" /><Relationship Type="http://schemas.openxmlformats.org/officeDocument/2006/relationships/notesMaster" Target="/ppt/notesMasters/notesMaster1.xml" Id="R4ad4850943cb4c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f6176839b34b15" /><Relationship Type="http://schemas.openxmlformats.org/officeDocument/2006/relationships/notesMaster" Target="/ppt/notesMasters/notesMaster1.xml" Id="R2721f269799948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fc638fd0404448" /><Relationship Type="http://schemas.openxmlformats.org/officeDocument/2006/relationships/notesMaster" Target="/ppt/notesMasters/notesMaster1.xml" Id="Re17a8f4a80194a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8c4f3ed4234d4a" /><Relationship Type="http://schemas.openxmlformats.org/officeDocument/2006/relationships/notesMaster" Target="/ppt/notesMasters/notesMaster1.xml" Id="R5d04e52799e54e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22fadb0a1a41d0" /><Relationship Type="http://schemas.openxmlformats.org/officeDocument/2006/relationships/notesMaster" Target="/ppt/notesMasters/notesMaster1.xml" Id="R1cf6420a6a3f46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454cbbf98024486" /><Relationship Type="http://schemas.openxmlformats.org/officeDocument/2006/relationships/notesMaster" Target="/ppt/notesMasters/notesMaster1.xml" Id="R17137eb0fd6e4bb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78ea74f62641e5" /><Relationship Type="http://schemas.openxmlformats.org/officeDocument/2006/relationships/notesMaster" Target="/ppt/notesMasters/notesMaster1.xml" Id="Ra21d8b330e354ea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b76abc5521f428d" /><Relationship Type="http://schemas.openxmlformats.org/officeDocument/2006/relationships/notesMaster" Target="/ppt/notesMasters/notesMaster1.xml" Id="Re146e991660c40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9088e20ff3345a3" /><Relationship Type="http://schemas.openxmlformats.org/officeDocument/2006/relationships/notesMaster" Target="/ppt/notesMasters/notesMaster1.xml" Id="Rcd9d3a5387c1401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80797a079df4cbb" /><Relationship Type="http://schemas.openxmlformats.org/officeDocument/2006/relationships/notesMaster" Target="/ppt/notesMasters/notesMaster1.xml" Id="Rb9309fb4d66144a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b7c59b1f876407a" /><Relationship Type="http://schemas.openxmlformats.org/officeDocument/2006/relationships/notesMaster" Target="/ppt/notesMasters/notesMaster1.xml" Id="R7cf88ea146f240e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ecf1fdf20c94ecc" /><Relationship Type="http://schemas.openxmlformats.org/officeDocument/2006/relationships/notesMaster" Target="/ppt/notesMasters/notesMaster1.xml" Id="R526024ebec4e4ef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8e9261409e244ce" /><Relationship Type="http://schemas.openxmlformats.org/officeDocument/2006/relationships/notesMaster" Target="/ppt/notesMasters/notesMaster1.xml" Id="R18e163bb70a3466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43cde6829c84ea8" /><Relationship Type="http://schemas.openxmlformats.org/officeDocument/2006/relationships/notesMaster" Target="/ppt/notesMasters/notesMaster1.xml" Id="Rba6749aaaa0d4a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ช่วงบ่ายนี้เราจะใช้ระบบ MSU EVA ในมุมของบุคลากรสายสนับสนุน หลายท่านเคยทดลองระบบแล้ว แต่มีผู้เข้าร่วมใหม่ ผู้ประเมิน และผู้บริหารที่ยังไม่ได้ทดลองขั้นตอนของตนเอง เราจะทบทวนพื้นฐานให้กระชับ แล้วทำหนึ่งกิจกรรมตั้งแต่การบันทึกผล ตรวจคะแนน แนบหลักฐาน บันทึกร่าง ส่งแบบประเมิน และรับงานในบทบาทผู้ประเมิน เพื่อให้ทุกกลุ่มเห็นกระบวนการเดียวกัน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เป้าหมายคือให้ทุกท่านบันทึกกิจกรรมหนึ่งรายการได้ครบและเข้าใจว่าคะแนนเกิดจากข้อมูลใด เราจะฝึกเลือกกิจกรรม กรอกเป้าหมายและผลที่ทำได้ ตรวจคะแนนถ่วงน้ำหนัก แนบหลักฐาน และแยกบันทึกร่างออกจากส่งแบบประเมิน ผู้ที่เคยทดสอบแล้วให้ช่วยตรวจความสมเหตุสมผลของข้อมูล ส่วนผู้เข้าร่วมใหม่ทำตามทีละขั้น และผู้ประเมินให้สังเกตข้อมูลที่จะใช้ตัดสินใจในช่วงท้าย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ภาพรวมเริ่มจากผู้รับการประเมินเปิดงาน เลือกกิจกรรม กรอกผล ตรวจคะแนนและหลักฐาน แล้วส่งแบบประเมิน ระบบจะส่งต่อไปยังผู้ประเมินตามลำดับ ผู้ประเมินแต่ละคนตรวจและส่งต่องาน จนผู้ประเมินคนสุดท้ายยืนยันและสถานะเปลี่ยนเป็น ประเมินเสร็จสิ้น หรือ Completed ขอให้จำเส้นทางนี้ไว้ เพราะเมื่อปุ่มหรือสถานะเปลี่ยน เราจะรู้ได้ว่างานอยู่ในความรับผิดชอบของใคร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ผู้รับการประเมินเป็นผู้เตรียมข้อมูลผลกิจกรรมในขั้นแรก ต้องบอกให้ชัดว่าทำกิจกรรมอะไร เป้าหมายคืออะไร ผลที่ทำได้เท่าไร และมีหลักฐานใดรองรับ จากนั้นตรวจคะแนนที่ระบบคำนวณ ก่อนเลือกบันทึกร่างหรือส่งแบบประเมิน ข้อมูลที่ครบช่วยให้ผู้ประเมินตัดสินใจจากข้อเท็จจริง ไม่ต้องย้อนกลับมาถามรายละเอียดพื้นฐาน และช่วยให้คะแนนแต่ละรายการอธิบายที่มาได้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ก่อนเปิดงาน ให้ตรวจรอบประเมินที่ผู้ดูแลระบบกำหนด รายการที่ได้รับมอบหมาย และสถานะปัจจุบัน ผู้ใช้งานไม่ต้องเลือกรอบประเมินเอง หากข้อมูลไม่ถูกต้องให้แจ้งผู้ดูแลระบบ โดยเฉพาะผู้ที่มีหลายบทบาทต้องตรวจว่ากำลังใช้บัญชีและหน้าจอที่ถูกต้อง ต่อไปผมจะเปิดหนึ่งรายการให้ดู ทุกท่านยังไม่ต้องทำตาม ให้สังเกตว่าผมเริ่มจากตรงไหน เลือกกิจกรรมใด และตรวจสถานะอย่างไรก่อนกรอกข้อมูล</a:t>
            </a:r>
          </a:p>
          <a:p xmlns:a="http://schemas.openxmlformats.org/drawingml/2006/main">
            <a:r>
              <a:t>[สาธิต] เปิดแดชบอร์ด ตรวจสอบรอบประเมินที่ได้รับมอบหมาย แล้วเปิดรายการสายสนับสนุนที่เตรียมไว้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ข้อมูลหนึ่งรายการควรเชื่อมกันตั้งแต่โครงการ กิจกรรม ตัวชี้วัด จนถึงหลักฐาน โครงการให้บริบท กิจกรรมบอกว่างานที่ดำเนินการคืออะไร ตัวชี้วัดกำหนดวิธีวัดผล และหลักฐานยืนยันผลที่รายงาน หากเลือกกิจกรรมไม่ตรงกับตัวชี้วัดหรือหลักฐานคนละเรื่อง คะแนนที่ได้จะอธิบายยาก ก่อนกรอกจึงควรอ่านชื่อเกณฑ์และเตรียมข้อมูลที่ตรงกับกิจกรรมจริง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ในหน้าบันทึกกิจกรรม ให้กรอกสามส่วนหลัก ได้แก่ เป้าหมาย ผลที่ทำได้ และรายละเอียดกิจกรรม เป้าหมายเป็นจุดอ้างอิง ผลที่ทำได้เป็นค่าหรือระดับผลงานจริง และรายละเอียดช่วยอธิบายว่างานเกิดขึ้นอย่างไร หากเกณฑ์อนุญาตให้เพิ่มกิจกรรมหรือโครงการ ควรตั้งชื่อให้จำแนกได้และไม่สร้างรายการซ้ำ จากนั้นตรวจว่าค่าที่กรอกใช้หน่วยเดียวกับเกณฑ์ก่อนให้ระบบคำนวณคะแนน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คะแนนถ่วงน้ำหนักคำนวณจากน้ำหนักคูณคะแนนที่ทำได้ แล้วหารด้วยหนึ่งร้อย น้ำหนักสะท้อนความสำคัญของเกณฑ์ ส่วนคะแนนที่ทำได้สะท้อนผลในรายการนั้น การแสดงสูตรช่วยให้เราตรวจสอบได้ว่าคะแนนรวมไม่ได้เกิดขึ้นแบบลึกลับ หากผลไม่ตรงที่คาด ให้ย้อนกลับไปตรวจน้ำหนัก คะแนนที่ทำได้ และหน่วยของข้อมูล ไม่ควรแก้ตัวเลขเพื่อให้ได้ผลลัพธ์ที่ต้องการ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ลองดูตัวอย่างนี้ หากน้ำหนักเท่ากับยี่สิบและคะแนนที่ทำได้เท่ากับแปดสิบ คะแนนถ่วงน้ำหนักจะเป็นสิบหก เพราะยี่สิบคูณแปดสิบแล้วหารหนึ่งร้อย ตัวอย่างนี้ใช้เพื่อให้เห็นที่มา ไม่ใช่ค่ามาตรฐานของทุกกิจกรรม</a:t>
            </a:r>
          </a:p>
          <a:p xmlns:a="http://schemas.openxmlformats.org/drawingml/2006/main">
            <a:r>
              <a:t>[ถามผู้เข้าอบรม] หากน้ำหนักเป็นสามสิบและคะแนนที่ทำได้เป็นเก้าสิบ ควรได้คะแนนถ่วงน้ำหนักเท่าไร</a:t>
            </a:r>
          </a:p>
          <a:p xmlns:a="http://schemas.openxmlformats.org/drawingml/2006/main">
            <a:r>
              <a:t>[พูด] คำตอบคือยี่สิบเจ็ด และควรตรวจได้จากสูตรเดียวกัน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หลักฐานต้องเปิดได้ ตรงกับกิจกรรม และระบุได้ว่าเป็นเอกสารของรายการใด ควรใช้ลิงก์ที่ผู้ประเมินเข้าถึงได้จริง ตั้งชื่อไฟล์ให้ค้นหาได้ และหลีกเลี่ยงการส่งโฟลเดอร์รวมโดยไม่บอกว่าเอกสารใดเกี่ยวข้อง หากระบบกำหนดว่ารายการนี้ต้องมีหลักฐาน จะยังส่งแบบประเมินไม่ได้จนกว่าจะมีลิงก์ที่ถูกต้อง</a:t>
            </a:r>
          </a:p>
          <a:p xmlns:a="http://schemas.openxmlformats.org/drawingml/2006/main">
            <a:r>
              <a:t>[สาธิต] กรอกกิจกรรมหนึ่งรายการ ตรวจคะแนน แนบหลักฐาน และทดลองเปิดลิงก์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หากข้อมูลยังไม่ครบ ให้บันทึกร่างไว้ก่อน เพราะกลับมาแก้ไขได้และงานยังไม่เข้าสู่ผู้ประเมิน ส่วนส่งแบบประเมินควรทำเมื่อข้อมูลบังคับ คะแนน และหลักฐานครบแล้ว ก่อนยืนยันให้ตรวจอีกครั้งว่าผลที่ทำได้สอดคล้องกับรายละเอียดกิจกรรมและหลักฐานหรือไม่ วันนี้ในช่วงทดลอง ทุกคนจะหยุดที่บันทึกร่างก่อน เพื่อให้วิทยากรตรวจและแก้ไขได้โดยไม่ทำให้งานเดินไปยังขั้นถัดไป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หลังส่งแบบประเมิน ระบบจะส่งงานตามลำดับผู้ประเมินที่กำหนด ผู้ประเมินแต่ละคนตรวจข้อมูล ให้ผล และส่งต่อไปยังคนถัดไป จำนวนผู้ประเมินและสิทธิ์อาจต่างกันในแต่ละงาน จึงต้องดูสถานะและลำดับของรายการนั้นเป็นหลัก อย่าคาดเดาว่าผู้บริหารทุกคนจะเห็นหรือปิดงานได้ทันที เพราะระบบยึดการมอบหมายและลำดับที่ผู้ดูแลกำหนด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เมื่อได้รับงานประเมิน ให้ตรวจผลกิจกรรม เป้าหมาย คะแนนที่ระบบคำนวณ และหลักฐานว่าตรงกับเกณฑ์หรือไม่ เปิดลิงก์หลักฐานจริงก่อนให้ผล หากข้อมูลไม่ครบให้ดำเนินการตามตัวเลือกที่ระบบรองรับ ผู้ประเมินและผู้บริหารที่ยังไม่เคยทดลอง ให้สังเกตว่าข้อมูลใดมาจากผู้รับการประเมิน และส่วนใดเป็นการตัดสินใจของผู้ประเมิน</a:t>
            </a:r>
          </a:p>
          <a:p xmlns:a="http://schemas.openxmlformats.org/drawingml/2006/main">
            <a:r>
              <a:t>[สาธิต] เปิดบัญชีผู้ประเมิน ตรวจผลกิจกรรม คะแนน และหลักฐาน แล้วบันทึกผล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ผู้ประเมินแต่ละคนตรวจและส่งต่องานตามลำดับ เมื่อถึงผู้ประเมินคนสุดท้าย บุคคลนั้นจะยืนยันขั้นสุดท้ายและทำให้สถานะเป็น ประเมินเสร็จสิ้น หรือ Completed ผู้ประเมินคนสุดท้ายอาจเป็นคนละบทบาทในแต่ละรายการ จึงควรดูข้อมูลลำดับที่ระบบแสดง ไม่ควรยึดชื่อตำแหน่งแบบตายตัว</a:t>
            </a:r>
          </a:p>
          <a:p xmlns:a="http://schemas.openxmlformats.org/drawingml/2006/main">
            <a:r>
              <a:t>[สาธิต] ส่งต่องานไปหนึ่งลำดับ เปิดด้วยบัญชีผู้ประเมินคนสุดท้าย และแสดงการยืนยันพร้อมสถานะ Completed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ต่อไปให้ทุกท่านทดลองด้วยบัญชีที่เตรียมไว้ ผู้ที่เคยทดสอบแล้วให้เน้นตรวจคะแนนและความสัมพันธ์ของหลักฐาน ผู้ที่เข้ามาใหม่ทำตามรายการทีละข้อ ได้แก่ เลือกกิจกรรม กรอกเป้าหมายและผล ตรวจคะแนน แนบหลักฐาน แล้วบันทึกร่าง เมื่อเสร็จให้ยกมือหรือเรียกผู้ช่วย ยังไม่ต้องกดส่งแบบประเมิน เพราะเราจะตรวจความพร้อมและทดลองขั้นผู้ประเมินร่วมกันภายหลัง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หากใช้งานไม่ได้ ให้ตรวจรอบและรายการ สิทธิ์ของบัญชี สถานะงาน และข้อมูลบังคับรวมถึงลิงก์หลักฐานก่อน หากคะแนนไม่เป็นไปตามคาด ให้ตรวจน้ำหนัก คะแนนที่ทำได้ และหน่วยข้อมูล หากยังแก้ไม่ได้ ให้จดชื่อรายการ สถานะ และข้อความที่พบเพื่อแจ้งผู้ดูแลระบบ</a:t>
            </a:r>
          </a:p>
          <a:p xmlns:a="http://schemas.openxmlformats.org/drawingml/2006/main">
            <a:r>
              <a:t>[ถามผู้เข้าอบรม] มีใครติดที่การเลือกกิจกรรม การคำนวณคะแนน หรือการเปิดหลักฐานหรือไม่</a:t>
            </a:r>
          </a:p>
          <a:p xmlns:a="http://schemas.openxmlformats.org/drawingml/2006/main">
            <a:r>
              <a:t>[พูด] เมื่อทุกคนพร้อม เราจะตรวจข้อมูล กดส่งแบบประเมิน และให้ผู้ประเมินรับงานต่อ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09cd4c912846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047def9b354aac" /><Relationship Type="http://schemas.openxmlformats.org/officeDocument/2006/relationships/slideLayout" Target="/ppt/slideLayouts/slideLayout1.xml" Id="Re0a4c805ce504b3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a4c805ce504b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b62ad3e9304a33" /><Relationship Type="http://schemas.openxmlformats.org/officeDocument/2006/relationships/image" Target="/ppt/media/image.jpeg" Id="R6de0ea248b394e0e" /><Relationship Type="http://schemas.openxmlformats.org/officeDocument/2006/relationships/image" Target="/ppt/media/image.png" Id="R1a01695cdb114798" /><Relationship Type="http://schemas.openxmlformats.org/officeDocument/2006/relationships/image" Target="/ppt/media/image2.png" Id="Ra1009543f511490a" /><Relationship Type="http://schemas.openxmlformats.org/officeDocument/2006/relationships/notesSlide" Target="/ppt/notesSlides/notesSlide1.xml" Id="R55f9754dea824c2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3923a774c4a2c" /><Relationship Type="http://schemas.openxmlformats.org/officeDocument/2006/relationships/notesSlide" Target="/ppt/notesSlides/notesSlide2.xml" Id="R6d6c20218ed749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1519c37bb47b1" /><Relationship Type="http://schemas.openxmlformats.org/officeDocument/2006/relationships/notesSlide" Target="/ppt/notesSlides/notesSlide3.xml" Id="R745af45f073b46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a6e6c266a4f08" /><Relationship Type="http://schemas.openxmlformats.org/officeDocument/2006/relationships/notesSlide" Target="/ppt/notesSlides/notesSlide4.xml" Id="Ra1df30847a6940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75c783be14438e" /><Relationship Type="http://schemas.openxmlformats.org/officeDocument/2006/relationships/notesSlide" Target="/ppt/notesSlides/notesSlide5.xml" Id="Rf72a0f4ea2644c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49f904f88f4116" /><Relationship Type="http://schemas.openxmlformats.org/officeDocument/2006/relationships/notesSlide" Target="/ppt/notesSlides/notesSlide6.xml" Id="R4a4e080fd36b4f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82077e8ebb4965" /><Relationship Type="http://schemas.openxmlformats.org/officeDocument/2006/relationships/notesSlide" Target="/ppt/notesSlides/notesSlide7.xml" Id="Rff59a35499e74a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cf33d4714457c" /><Relationship Type="http://schemas.openxmlformats.org/officeDocument/2006/relationships/notesSlide" Target="/ppt/notesSlides/notesSlide8.xml" Id="R69bd6c9c90a8442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f6b6e1a57d47f2" /><Relationship Type="http://schemas.openxmlformats.org/officeDocument/2006/relationships/notesSlide" Target="/ppt/notesSlides/notesSlide9.xml" Id="R340ca4f97e6442f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45bc3fb0d40b9" /><Relationship Type="http://schemas.openxmlformats.org/officeDocument/2006/relationships/notesSlide" Target="/ppt/notesSlides/notesSlide10.xml" Id="R137cb05a790a466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00fbeb533b4c2b" /><Relationship Type="http://schemas.openxmlformats.org/officeDocument/2006/relationships/notesSlide" Target="/ppt/notesSlides/notesSlide11.xml" Id="Rf43b5995cc2f456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e2b142da954b14" /><Relationship Type="http://schemas.openxmlformats.org/officeDocument/2006/relationships/notesSlide" Target="/ppt/notesSlides/notesSlide12.xml" Id="R7ad0adb58f0e4b8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cd764632846df" /><Relationship Type="http://schemas.openxmlformats.org/officeDocument/2006/relationships/notesSlide" Target="/ppt/notesSlides/notesSlide13.xml" Id="R36cb86d0181b44c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e15e0938f846a1" /><Relationship Type="http://schemas.openxmlformats.org/officeDocument/2006/relationships/notesSlide" Target="/ppt/notesSlides/notesSlide14.xml" Id="R22da34f355ef4cc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a4d80ad57a40f9" /><Relationship Type="http://schemas.openxmlformats.org/officeDocument/2006/relationships/notesSlide" Target="/ppt/notesSlides/notesSlide15.xml" Id="R73cc807fa977477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d31e81e704db4" /><Relationship Type="http://schemas.openxmlformats.org/officeDocument/2006/relationships/image" Target="/ppt/media/image3.png" Id="Red6fcd6f83b64972" /><Relationship Type="http://schemas.openxmlformats.org/officeDocument/2006/relationships/notesSlide" Target="/ppt/notesSlides/notesSlide16.xml" Id="Rd68b8a9d3d3848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e0ea248b394e0e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7C8C3E21-1693-4652-BA41-BD95196B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41C48AA2-D1A0-49E5-8646-C224E4D9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01695cdb114798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4D2AAE81-19A6-4CED-ABE2-A6613ABB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523EDA3C-0FB6-4F9A-A3EA-B7916D46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ภาคบ่าย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5CECEF7-5E80-4EF9-938B-9ABABFD5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191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การใช้งานระบบ MSU EVA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สำหรับบุคลากรสายสนับสนุน</a:t>
            </a:r>
          </a:p>
        </p:txBody>
      </p:sp>
      <p:sp>
        <p:nvSpPr>
          <p:cNvPr id="8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498B77DC-5AFD-43E0-98F8-FCD6B749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8EBACB45-2B16-41AB-AD9F-C281E4CE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5770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บันทึกกิจกรรม เข้าใจที่มาของคะแนน และแนบหลักฐานให้พร้อมตรวจ</a:t>
            </a:r>
          </a:p>
        </p:txBody>
      </p:sp>
      <p:sp>
        <p:nvSpPr>
          <p:cNvPr id="10" name="cover-style">
            <a:extLst xmlns:a="http://schemas.openxmlformats.org/drawingml/2006/main">
              <a:ext uri="{FF2B5EF4-FFF2-40B4-BE49-F238E27FC236}">
                <a16:creationId xmlns:a16="http://schemas.microsoft.com/office/drawing/2014/main" id="{31B1E907-2A65-4EE1-9AF9-969E1D53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สายสนับสนุน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009543f511490a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3862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EC6DF4FA-7067-4606-B8F4-06F2E5E0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CFF7633A-5BBB-40C3-B1DF-45358D1A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เป้าหมายการอบรม  /  สายสนับสนุน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6F20F462-252D-4AB4-9391-AB90C1A4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ช่วงบ่ายนี้ เราจะทดลองบันทึกกิจกรรมและตรวจคะแนน 1 รายการ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DEEDDD-0ABF-4E91-B386-2EE09E8A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703BF2-924E-41F5-AB0B-AC417B0A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88D748-F600-4E3F-993D-DB9398AE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43235-4CDF-4713-98CE-DB886B6D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เปิดงานและเลือกกิจกรรมได้ถูกต้อง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9A596-1678-4EAC-8CF6-29BD25A2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5324A0-472B-4B26-87F8-5B842A27B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CC2E86-07DD-4DF7-A95F-971C43D0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 คำนวณคะแนน และแนบหลักฐานได้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56988-9E59-4341-9D23-569A874E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918448-8E2C-4FAC-9F25-FDD22252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19A5E0-D23A-4686-9ADE-BE99D5B5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ตรวจความพร้อมก่อนส่งแบบประเมิน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2237D634-41D8-45FD-A0F2-5BD22F10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5AD41C-0A3F-455B-848E-DDB12E67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443EA1-C08D-4333-903A-9B5A6A4C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C34FB68F-ECCB-4A82-980A-F532EE02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6A8A710D-D694-4426-A7F1-CCA9F766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66DC9AF2-A661-49DA-B6DC-78B4B4C2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 / 16</a:t>
            </a:r>
          </a:p>
        </p:txBody>
      </p:sp>
    </p:spTree>
    <p:extLst>
      <p:ext uri="{BB962C8B-B14F-4D97-AF65-F5344CB8AC3E}">
        <p14:creationId xmlns:p14="http://schemas.microsoft.com/office/powerpoint/2010/main" val="12080933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3BE6D2B9-92FA-4D73-A148-2FE0C35B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811A59F9-18B4-4F43-9D96-C9EBEE97A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ภาพรวมกระบวนการ  /  สายสนับสนุน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9836616C-D2B7-4C74-A7B6-05BEBB13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E885CC-FAFF-42D6-A9BC-4BB17472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ตั้งแต่เลือกกิจกรรม กรอกผล ตรวจคะแนน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475A5194-EEE8-43F3-BCC3-F7DBE77C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4FB7403D-8783-4D62-BB94-068BC29D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5E4CA0-7E07-46EE-A453-48907199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862EB3-C512-4C73-BC4A-107E0312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5771C-1422-46B3-912F-38A6A1F3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8F075-87FA-4B7E-A4B9-FEFD0F35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B0A109-AD41-4859-BC29-7849B023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6F842F-F60E-49E1-9348-B8F70DE5C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EA28F8-C02D-4FA0-8873-0CF260D7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40A120-E1D5-4DC1-B56E-3AA9370E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• ตัวชี้วัด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A6B600-329D-467F-A944-F7D7EBF0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C3FB7B-9032-4EFA-8113-3EB829FC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36E781-7A00-4F0D-BB4A-77327532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82B150-F2A9-4AA6-A6FE-BD531F8E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7B5E21-B4D5-420E-81B0-AA86D592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6C3C4C-74F8-4F21-BC1D-2C3E4092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B67C83-FD32-4158-B321-2F8AA9E3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D66BF4-9A10-4739-9150-0BAA3EA2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0B39B9-6074-47F0-8D81-962B3773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430665-35FC-49B2-B883-B700B001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15783E-37FC-4999-B771-3D309D7C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D268C8-D406-4C3B-9161-C594C81A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EA81F6-EC99-4653-B785-72591D36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EB2BC9E8-CBDE-4CD5-94E4-66C362B7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4A821449-F6B1-4DB6-ABC0-00188E6C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094B4F8F-4757-4952-86AE-9BFAC0E6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 / 16</a:t>
            </a:r>
          </a:p>
        </p:txBody>
      </p:sp>
    </p:spTree>
    <p:extLst>
      <p:ext uri="{BB962C8B-B14F-4D97-AF65-F5344CB8AC3E}">
        <p14:creationId xmlns:p14="http://schemas.microsoft.com/office/powerpoint/2010/main" val="16981789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45967D9B-1E68-4271-8F9B-EE1D07EA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93A40537-7833-4A73-9BA5-ABDEE47A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บทบาทของคุณ  /  สายสนับสนุน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6E1D3BFF-774B-474D-9DD2-72089D40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กรอกผลการดำเนินงานให้ครบ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43498-59A2-4CD1-B269-48FA6D37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คุณเป็นเจ้าของข้อมูลผลกิจกรรมในขั้นแรก คะแนนที่น่าเชื่อถือต้องมีรายละเอียดและหลักฐานรองรับ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81CFC6-990C-4B39-8238-820A5964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BE379-D48E-4F92-944D-D7D8064F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941CDA-03F8-437B-BD04-B289EFA9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96ADA6-6023-4573-AF0F-D5919125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ผลที่ทำได้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และรายละเอียดประกอบ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19CE92-827B-4E71-9147-A085A11C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A0D00E-9447-4A25-AB7F-FC0853AF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27F0BF-9AE7-4937-BC57-E9B4A16A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DA438D-0E9C-4D48-B5AC-85AF2610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A32569-FF3C-475B-BEAF-16CD59E6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27EFD9-A57C-40E5-9ABB-1DA02A29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F1A349-F53F-40E2-8FFE-30E2D6A1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6EBE56-0F85-4159-848D-23321DA3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DF484C-F0AB-4CB6-9C09-D8A2F4FB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8FCF10-30F2-46E1-B042-530726C2F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เป็นผู้ปิดงาน</a:t>
            </a:r>
          </a:p>
        </p:txBody>
      </p:sp>
      <p:sp>
        <p:nvSpPr>
          <p:cNvPr id="19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6B5154E9-AE0B-4DD4-9418-CB5586E5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6AF6D24F-C215-44F3-8A70-EA79616D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D137CEA4-A2DD-4583-B5C4-E6CAE02C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 / 16</a:t>
            </a:r>
          </a:p>
        </p:txBody>
      </p:sp>
    </p:spTree>
    <p:extLst>
      <p:ext uri="{BB962C8B-B14F-4D97-AF65-F5344CB8AC3E}">
        <p14:creationId xmlns:p14="http://schemas.microsoft.com/office/powerpoint/2010/main" val="2776428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72BB8285-7666-4214-9162-5E82479E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5E6C5E58-0EE8-41F0-AC95-63189836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จุดเริ่มต้น  /  สายสนับสนุน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698E8377-D700-4EEF-9F48-4402D9AF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7505B8-6F00-4768-8842-903616A15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B5DC2-0D56-4F99-A663-A037ED97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A65C6A-3D82-4CD7-8309-E29ADDD6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CDD3A9-0D41-4312-9943-88E8727C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77A5F-9E2F-4678-8F57-55786446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57184-B5B7-4C25-A0E4-16EDA848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7DA60A-61B7-44F2-BCA6-766093FE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E8C07-5912-48E6-A3FD-941C2E95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674A7E-44F7-4EF6-9A3D-E8E84B2A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434E21-1E1B-46A0-AB4C-23BE4BC8C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724D03-E947-404E-98F4-A5E44E8D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07B6CD-C639-4690-8F5D-28FED6BB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D28655-5075-4749-A586-1A6E7EEB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BE793704-B2E0-4389-9E47-6661F203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6F5C82-6156-4DDF-9D78-C24F35BA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2C1FFA-B6B8-4185-94A1-CBC5D547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F9927B-897B-4FDD-A552-FAB016D5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สายสนับสนุน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1F2F60-D537-4B53-BD68-B53F6A47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832604-8FD6-455E-AB8B-BFEE2C14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071CAF-202B-4564-AAD8-2C7B369D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009EDF-3E8A-4192-9DF0-0A6E6CE0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D241264C-508D-4716-9123-2C5CACE3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0EA1426F-75E8-44AD-B2F5-F036C77C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49C451FC-8984-409D-ADA9-46010CDE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 / 16</a:t>
            </a:r>
          </a:p>
        </p:txBody>
      </p:sp>
    </p:spTree>
    <p:extLst>
      <p:ext uri="{BB962C8B-B14F-4D97-AF65-F5344CB8AC3E}">
        <p14:creationId xmlns:p14="http://schemas.microsoft.com/office/powerpoint/2010/main" val="1250198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A8A2FC56-5FC1-4A9A-847F-076529B9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DFC9EDD1-843A-47B0-B10E-11648CAD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โครงสร้างข้อมูล  /  สายสนับสนุน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675FC51E-824F-4D47-A668-65A30E2C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ตรวจให้แน่ใจว่าโครงการ กิจกรรม ตัวชี้วัด และหลักฐานตรงกัน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FB5AA8-7640-47D6-962A-DFD2D2F5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48B9BF-12C0-4905-AA68-7B5AD63E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0616D-0537-4511-BBFC-49B1B613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A0B09C-7BA1-406D-B80B-36C88266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1C3166-C7C5-4565-B317-AB43EFDD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โครงการ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4D2D3F-34DC-4620-A145-02B72562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บริบทและเป้าหมาย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487616-0B13-4B3E-B6DC-20123643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821413-65E7-4145-8726-D8878B31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5359DE-8112-47B9-B025-48B3E9EE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กิจกรรม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42EEE1-4E9F-4198-94A1-31B4E0989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งานที่ดำเนินการ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588C4C-77DD-4C2E-A9D4-72127469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982527-3C24-44B9-9A49-03960352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E47266-CA8A-4FB5-B310-6A66BBF8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ตัวชี้วัด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B6723F-E75B-4B99-BA08-CCFB50D1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เกณฑ์ที่ใช้วัดผล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9BA8B7-9A00-4DD3-9198-B89BE34B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4758BB-72F5-43BA-98B2-5563300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6FEB66-C962-41AE-8584-CD96EFDB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5A358A-9584-4572-A5BA-7AC20F85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สิ่งที่ยืนยันผล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0FFF4E-3565-4E82-AE63-13A02E62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ทุกคะแนนต้องย้อนกลับไปอธิบายได้ว่าเกิดจากกิจกรรมใด</a:t>
            </a:r>
          </a:p>
        </p:txBody>
      </p:sp>
      <p:sp>
        <p:nvSpPr>
          <p:cNvPr id="2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AC301583-5588-48C1-8573-1A35E82A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D8BD4E94-EF06-4160-8B87-B4F1E631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5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E4BCC1F6-3C0A-480C-AB5E-0BC52B4C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06 / 16</a:t>
            </a:r>
          </a:p>
        </p:txBody>
      </p:sp>
    </p:spTree>
    <p:extLst>
      <p:ext uri="{BB962C8B-B14F-4D97-AF65-F5344CB8AC3E}">
        <p14:creationId xmlns:p14="http://schemas.microsoft.com/office/powerpoint/2010/main" val="13464288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1E31D57D-92E9-4375-B692-1C7C2B37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A6B602CE-BF10-4D17-9A25-DE189370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บันทึกผลกิจกรรม  /  สายสนับสนุน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77686DC1-884F-46E7-8CB6-C1064B36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 ผลที่ทำได้ และรายละเอียดกิจกรรมให้ครบ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A2A105-F826-4E18-9195-BA913B88F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3 ส่วนนี้ทำให้คะแนนมีที่มา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A493B9-9E22-4510-8033-5778FC8F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40A397-8EFD-45CE-AE20-D8E9E774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เป้าหมาย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FC858A-E5B0-4BC5-901D-6E3AFF91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สิ่งที่เกณฑ์คาดหวัง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675FD-8543-4282-A33A-2CA4CC52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กำหนดจุดอ้างอิง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CF012E-0573-47ED-99CB-20AA3B99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F9E447-C14C-4433-8EE8-7443D7E9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ผลที่ทำได้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E03BE1-282C-48CE-8F89-005A32E2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ค่าหรือระดับผลงานจริง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F3F1A8-EF12-4B81-9336-F35779E0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ใช้คำนวณคะแนน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93CFDB-49F8-4CE0-859C-7B98C130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77C033-C084-4DDF-BA69-95BA4C67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รายละเอียดกิจกรรม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734BB-CA8F-4C3D-9EE4-798E7881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อธิบายงานที่เกิดขึ้น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C5B358-06D8-4874-A581-4DB990F3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เชื่อมกับหลักฐาน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6548F2-DD42-471C-BCB0-AB21C63AC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หากเกณฑ์อนุญาต คุณสามารถเพิ่มรายการกิจกรรม/โครงการได้</a:t>
            </a:r>
          </a:p>
        </p:txBody>
      </p:sp>
      <p:sp>
        <p:nvSpPr>
          <p:cNvPr id="18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DE322C4A-6921-4654-9741-D1FE3E00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619D039F-256A-440B-AB48-C13A35DB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CFAD22C6-D7BF-442D-92F9-84EB7233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07 / 16</a:t>
            </a:r>
          </a:p>
        </p:txBody>
      </p:sp>
    </p:spTree>
    <p:extLst>
      <p:ext uri="{BB962C8B-B14F-4D97-AF65-F5344CB8AC3E}">
        <p14:creationId xmlns:p14="http://schemas.microsoft.com/office/powerpoint/2010/main" val="5563007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0274751E-3B22-4541-B4B7-ED0469B4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031DA843-FD0A-47A6-AC37-80B85E01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สูตรคะแนน  /  สายสนับสนุน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BA142C42-F88F-412D-B428-ACCC7640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ระบบคำนวณคะแนนถ่วงน้ำหนักจากน้ำหนักและคะแนนที่ทำได้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75A166-F5B3-4200-A0BC-69D7D7548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857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CCE647-B4D8-45C6-A641-3CD117D4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33700"/>
            <a:ext cx="72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9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39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=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7943B9-4855-4BF8-9469-B8D295BB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95550"/>
            <a:ext cx="2000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8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C01753-3F12-4790-B36A-546C62A0F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33700"/>
            <a:ext cx="552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7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37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09B473-04DE-4527-9993-8BBF67BF8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95550"/>
            <a:ext cx="24955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65FA46-2D72-46DA-8B6A-94D4DFD3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43350"/>
            <a:ext cx="527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51AD7B-815E-4F91-8811-A1A36F425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71950"/>
            <a:ext cx="5276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1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556147-DF37-49D2-8DE3-BE0C322C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 = น้ำหนัก × คะแนนที่ทำได้ ÷ 100</a:t>
            </a:r>
          </a:p>
        </p:txBody>
      </p:sp>
      <p:sp>
        <p:nvSpPr>
          <p:cNvPr id="12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54AEEA35-981B-45DB-B716-F245A0AC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C9D11E7E-EEF0-49B4-96C6-57167E65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4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A9DB1C2E-40E5-42C9-8F74-B0050509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08 / 16</a:t>
            </a:r>
          </a:p>
        </p:txBody>
      </p:sp>
    </p:spTree>
    <p:extLst>
      <p:ext uri="{BB962C8B-B14F-4D97-AF65-F5344CB8AC3E}">
        <p14:creationId xmlns:p14="http://schemas.microsoft.com/office/powerpoint/2010/main" val="4656829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66954723-CCCB-4774-9077-98F18F81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17ACE153-BEA0-4D63-B614-462311EF5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ตัวอย่างคำนวณ  /  สายสนับสนุน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6BC4B3B9-74B8-4E05-A1D7-5C0A365B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ลองคำนวณคะแนนจากตัวอย่างนี้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2DCC13-96AA-4F42-8F77-1655607E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0B86D5-CB9C-4EA3-ACF2-4625EB373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D7A031-60D4-4FF4-8B77-5B104708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7CA005-B98C-4AEA-803B-05475E8A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4D29E3-FC3F-4DFC-9BC4-D0EAD9CC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80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EE783C-4697-4B80-A894-CB8D7D8F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DD4BB5-78CD-4092-A5BF-166CAF99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B187AC-68F6-485D-A0B3-6220F818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5D8981-7C24-48AB-A973-1E6CC7BB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7A1FFD-1214-43F3-8D07-191923B5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20 × 80 ÷ 100 = 16 คะแนน</a:t>
            </a:r>
          </a:p>
        </p:txBody>
      </p:sp>
      <p:sp>
        <p:nvSpPr>
          <p:cNvPr id="14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6C6E0721-1ABB-4526-9504-C59FE9F2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40298186-E760-4D5E-A43C-4E3E0752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6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CF77BB73-A5CB-4D1A-B245-6ED3BBEA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09 / 16</a:t>
            </a:r>
          </a:p>
        </p:txBody>
      </p:sp>
    </p:spTree>
    <p:extLst>
      <p:ext uri="{BB962C8B-B14F-4D97-AF65-F5344CB8AC3E}">
        <p14:creationId xmlns:p14="http://schemas.microsoft.com/office/powerpoint/2010/main" val="17852486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71299A06-827B-4316-ABF4-128FD441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44A9480B-2171-40B1-9EAF-EA61052D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หลักฐาน  /  สายสนับสนุน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D1009ABB-63C4-40CD-9A4A-2AE9A326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แนบหลักฐานที่เปิดดูได้และตรงกับกิจกรรม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85AEA-BD81-41C7-889D-B208252E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ผู้ประเมินควรเห็นได้ทันทีว่าหลักฐานรองรับกิจกรรมใด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5C44F6-40D9-47DC-844D-6FB359B0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512061-3028-4CF8-AD49-47D9AB89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6901D-9C0E-49A3-A729-32351AB8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5F13E8-775D-4614-A23F-F966F94A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29D80E-B6C2-4A3C-A940-16476F60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33FF2B-B184-4EEF-B7D2-F11505CE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8E0297-E63E-4077-93BC-198560E6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5E3AA4-83ED-41FF-8881-DB8E9FC7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เห็นความเชื่อมโยงกับกิจกรรมหรือโครงการ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345784-B11F-4C44-ACBB-D2919E0B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458E2F-1EAA-4C66-B530-3B0EE1B0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5B2876-68EB-46A2-9406-9D05DF88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A6B63A-D35E-4AD3-9745-81203DBC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E0BCA3-A677-4745-9471-7BC916F9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8895F4-914B-420B-889F-98270A8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D799602B-C799-47C6-83ED-69F770A6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5AF985AA-246B-4D90-AE29-7E832517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AD89F4AC-6139-44A4-BBC5-AA1DFF7C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10 / 16</a:t>
            </a:r>
          </a:p>
        </p:txBody>
      </p:sp>
    </p:spTree>
    <p:extLst>
      <p:ext uri="{BB962C8B-B14F-4D97-AF65-F5344CB8AC3E}">
        <p14:creationId xmlns:p14="http://schemas.microsoft.com/office/powerpoint/2010/main" val="7360580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45C48C77-8D4C-47C4-82D0-50684CB5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974B95D2-BA4C-4956-8AD4-448B0190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ก่อนกดปุ่ม  /  สายสนับสนุน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FC0755D5-41B1-46B9-BCAC-0BA8ADE9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12172C8F-C967-4E77-8AB1-C8F501E5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E0D041-15D1-4D50-BDDB-402ED19D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687E59-CCEE-4EA8-9363-CC35AEC0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5B9D6060-32F0-4E01-9EB7-8FCBD53D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19050">
            <a:solidFill>
              <a:srgbClr val="008C8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8F8B1F-1A6F-4156-AD37-E15B5375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CBE486-78E8-4FE1-A0EF-E75AFA97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ระบบตรวจข้อมูลบังคับและหลักฐาน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ตรวจอีกครั้งก่อนยืนยัน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424BF8-43B1-4E24-B27D-12E00E1B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1FAA6B7A-9277-4391-AEEB-E2104281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FEC4D4F8-9509-46B9-B0C5-1EB3E13E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3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BD381570-0CD0-48CF-93AC-EE2CE597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11 / 16</a:t>
            </a:r>
          </a:p>
        </p:txBody>
      </p:sp>
    </p:spTree>
    <p:extLst>
      <p:ext uri="{BB962C8B-B14F-4D97-AF65-F5344CB8AC3E}">
        <p14:creationId xmlns:p14="http://schemas.microsoft.com/office/powerpoint/2010/main" val="17073022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2F2DF7B1-1E8B-4848-BD10-1134AE23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BF80ACDD-5C13-4C75-888C-06FCA249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หลังจากส่ง  /  สายสนับสนุน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43E33FA0-A464-44D8-B521-FDC63342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1F4788-B80C-4763-9147-A4060BDD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B9AEC-065A-46E9-9734-4C0B7E96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31214-DFD5-409B-B160-95C3A3EEC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E4C75A-194D-4C1A-ABA1-289EF812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8D680B-968C-4269-9F7F-30F33F31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A291EB-D18C-42C1-AD44-9E053022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C024B6-3C87-48A6-9B24-A40F25F1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F5EC8B-B84A-42B9-8D1D-B0BEDE55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C5C8B9-4BA5-436E-9A75-C78DC196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5B997E-5B7B-4673-8226-D9268A60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25A182-2D48-451E-9A67-9D5D78A1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47D49B-510E-4BA6-84D7-31FAA69FF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667740-76C4-49D8-9D8F-69EC6295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E78FBD-7361-4591-A198-F9F7F84B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97280D-EB66-46F7-8EE3-4D697396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45F8AC-464F-4DA8-8AE5-351D59F3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E77DAF-F331-4000-8FAF-87157068D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เมื่อเป็นผู้ประเมินคนสุดท้าย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99534F-0BE9-44F9-89AD-057669AC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2D04544D-2C57-4DEF-AB2B-F41056AA7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8BFCCD4D-758B-43AE-8714-2D6F21F6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3DA30D84-B049-4EDA-AA21-1AF91093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12 / 16</a:t>
            </a:r>
          </a:p>
        </p:txBody>
      </p:sp>
    </p:spTree>
    <p:extLst>
      <p:ext uri="{BB962C8B-B14F-4D97-AF65-F5344CB8AC3E}">
        <p14:creationId xmlns:p14="http://schemas.microsoft.com/office/powerpoint/2010/main" val="11219079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11A54E23-2A1D-48A6-B683-B3483F6F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DD933788-2E5B-4686-94E4-4C52FDB4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สำหรับผู้ประเมิน  /  สายสนับสนุน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410FD4A0-8E40-4875-8C05-61C1EB09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ผู้ประเมินตรวจผลกิจกรรม คะแนน และหลักฐาน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9C6308-EBA7-43D3-BABD-4466DEDA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4ACB93-1766-4FFF-87A1-C318B825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23D07A-D105-4FA2-8C4D-0E2B6655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ผลกิจกรรมและรายละเอียดตรงกับเกณฑ์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3CC939-6532-4145-AFDB-A81DE578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E1C592-A470-4393-9DEC-03163C7E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390890-2FDE-4866-A4FA-190901DC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B6F06-58B6-48BD-8108-2E4646CC5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 คะแนนที่ทำได้ และผลคำนวณสอดคล้องกัน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2A44BF-9B96-46F3-912E-389DCC6E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7F5857-F78D-4CFC-9481-22B06A80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88479B-7071-404D-80B2-AC325479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586C9F-29B5-4117-8542-581370BD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ลิงก์เข้าถึงได้และยืนยันกิจกรรม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DC373B-B277-492D-B266-16577443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78BD95-F3E8-4DB7-9444-E525B1F0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F223BA-749B-4155-AAFE-7C5A8AE8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12F85A-41E6-421E-89B1-19FECDD7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ให้ผลและดำเนินการเมื่อข้อมูลครบตามสิทธิ์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FCB288-A0AC-4750-B5D7-D6E33681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D860A5-6F85-4400-9B31-F7ADB5B1F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E78F1FB8-3899-4AB3-9267-669A880B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B41C3CA1-980E-44BD-A314-FAE09A70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3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8814C154-32AB-446D-9B4B-11041E3C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13 / 16</a:t>
            </a:r>
          </a:p>
        </p:txBody>
      </p:sp>
    </p:spTree>
    <p:extLst>
      <p:ext uri="{BB962C8B-B14F-4D97-AF65-F5344CB8AC3E}">
        <p14:creationId xmlns:p14="http://schemas.microsoft.com/office/powerpoint/2010/main" val="13196082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4ABE237C-9C2F-4C6C-8464-423FF5B7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F61FEC0E-34A1-4CAE-8A65-8F4611D4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ลำดับการประเมิน  /  สายสนับสนุน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5CB3857C-BEB9-42E5-9B22-8EDB8DD9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EDDC6-B344-410F-B897-8B90C20B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A8993D-2158-4DE2-B440-3E901607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33537A-A80B-41DB-9171-D41B9A1A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B8364B-F788-4D3D-A97E-0417C193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AA5634-FB8C-4FC7-98CD-9C6D8FE0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792FA2-D833-4CAC-847A-0D54BB3E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CC1286-FD0F-4243-BD1D-3F0C1F33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7A1D84-26F0-45B4-AA58-AFB7998F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62DCE0-19E1-4118-971C-1BEE9944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B029BC-1B5C-4996-948F-D00C4CDF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EDCB06-C273-48A8-8DB6-4CF4770F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439486-9090-435B-B204-51E794FC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2E8603-D97A-49C7-B0DD-5D4F4FAE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9D2B3D-8D3D-4A44-BD09-5AA48D907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BA4AEFEF-8694-4FF1-B8D3-82BB2563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843303EC-C68D-4669-9B3C-68EC1DDA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5E448289-16E2-4092-835F-2BA3B60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14 / 16</a:t>
            </a:r>
          </a:p>
        </p:txBody>
      </p:sp>
    </p:spTree>
    <p:extLst>
      <p:ext uri="{BB962C8B-B14F-4D97-AF65-F5344CB8AC3E}">
        <p14:creationId xmlns:p14="http://schemas.microsoft.com/office/powerpoint/2010/main" val="12288387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55EBF182-62E1-40E3-A142-FA0A3164E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463CE632-13F1-4A83-AA8D-AC72D79E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ภารกิจฝึกปฏิบัติ  /  สายสนับสนุน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A2505845-09BB-4627-B297-082A46CC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ลองบันทึกกิจกรรม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A4F2CF-32A1-45AA-8655-81223BA7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C1D26B-450E-4EB9-9A17-91B81DA3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3B92EB-731D-4EDB-97BE-234EF8C9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25166F-E705-4C40-B9C3-ED7DC93FD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เลือกกิจกรรมที่กำหนด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6AAB46-E29A-40F2-9888-8C4CFFFC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1208F1-2AD5-4BEE-93FC-F085BF5F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067E5E-6208-41F7-8327-2B9D5144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กรอกเป้าหมายและผล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AEAAE3-BB89-4722-B641-7A4B71AC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B92097-1D02-4EF2-B476-8A94D97A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AD2049-327A-4E16-8FBF-731D4CAF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ตรวจคะแนนถ่วงน้ำหนัก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6CCFE8-F881-433D-987F-A8977152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5E50B-8C36-45BF-83B9-8AAA3138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B05821-2C82-4EEA-A61D-7208F908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แนบหลักฐานและบันทึกร่าง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6368C8-8D2C-4909-B381-A4C899A7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2ADE22-26AB-4034-91A8-CBC3E486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FC83957E-C6CC-4AF3-A22A-A598AD60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0C2D042B-28DC-4C08-9BD1-58C4CD9AA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61794DA2-0503-40D0-BDE4-CC341C04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15 / 16</a:t>
            </a:r>
          </a:p>
        </p:txBody>
      </p:sp>
    </p:spTree>
    <p:extLst>
      <p:ext uri="{BB962C8B-B14F-4D97-AF65-F5344CB8AC3E}">
        <p14:creationId xmlns:p14="http://schemas.microsoft.com/office/powerpoint/2010/main" val="16627486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6">
            <a:extLst xmlns:a="http://schemas.openxmlformats.org/drawingml/2006/main">
              <a:ext uri="{FF2B5EF4-FFF2-40B4-BE49-F238E27FC236}">
                <a16:creationId xmlns:a16="http://schemas.microsoft.com/office/drawing/2014/main" id="{BE954A52-732C-47E1-8CA9-DD6BC86C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6">
            <a:extLst xmlns:a="http://schemas.openxmlformats.org/drawingml/2006/main">
              <a:ext uri="{FF2B5EF4-FFF2-40B4-BE49-F238E27FC236}">
                <a16:creationId xmlns:a16="http://schemas.microsoft.com/office/drawing/2014/main" id="{9F4436A6-65E6-4947-B793-6F241447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แก้ปัญหาเบื้องต้น  /  สายสนับสนุน</a:t>
            </a:r>
          </a:p>
        </p:txBody>
      </p:sp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9D761D49-7A9A-4DD4-AF5B-DE3D6138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B137A0-5543-49DA-A988-33087EA7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5BA3D4-8B8C-4347-9DDA-79E49FEF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284AC0-0624-453F-975D-865234F0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4CE4C9-651A-4A42-AD7C-8A561BAA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E34261-DC76-4CE4-B610-21EB95DF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970650-E14D-4116-8810-CA073E23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532C9F-8FD6-4A30-B5D0-7ED8592B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3AC174-930D-4547-848F-8A7C5624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BC9FD3-2AEC-4C0C-B711-532B5DCF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BFC237-5B1C-46A2-9F8A-A522408E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5B2CA2-7D22-45EE-A6A3-5A13B152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ตรวจข้อมูลบังคับ คะแนน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7B3F0D-180D-49B8-906E-F3CF3448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994398-8044-4DB2-BEFA-22CA5682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E5D6BC-B8A6-4940-8739-03D4B96A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D3F030-3305-411E-8C90-FF9002A2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2DD63C-5DCB-49E3-B52D-1987D58D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F761AE-AD95-4C33-862E-9BF9850C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6fcd6f83b64972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6">
            <a:extLst xmlns:a="http://schemas.openxmlformats.org/drawingml/2006/main">
              <a:ext uri="{FF2B5EF4-FFF2-40B4-BE49-F238E27FC236}">
                <a16:creationId xmlns:a16="http://schemas.microsoft.com/office/drawing/2014/main" id="{4A5DC41D-D054-4532-A9B5-4DE4BEAB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6">
            <a:extLst xmlns:a="http://schemas.openxmlformats.org/drawingml/2006/main">
              <a:ext uri="{FF2B5EF4-FFF2-40B4-BE49-F238E27FC236}">
                <a16:creationId xmlns:a16="http://schemas.microsoft.com/office/drawing/2014/main" id="{FDC26DC8-6F08-4732-9CED-44DF9B51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6">
            <a:extLst xmlns:a="http://schemas.openxmlformats.org/drawingml/2006/main">
              <a:ext uri="{FF2B5EF4-FFF2-40B4-BE49-F238E27FC236}">
                <a16:creationId xmlns:a16="http://schemas.microsoft.com/office/drawing/2014/main" id="{B4204C6C-D487-46BC-9ABE-BC8C1A6B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16 / 16</a:t>
            </a:r>
          </a:p>
        </p:txBody>
      </p:sp>
    </p:spTree>
    <p:extLst>
      <p:ext uri="{BB962C8B-B14F-4D97-AF65-F5344CB8AC3E}">
        <p14:creationId xmlns:p14="http://schemas.microsoft.com/office/powerpoint/2010/main" val="15297292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2026-07-30T03:01:28.1470000Z</dcterms:created>
  <dcterms:modified xsi:type="dcterms:W3CDTF">2026-07-30T03:01:28.1470000Z</dcterms:modified>
</coreProperties>
</file>