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c13b04653048ba" /><Relationship Type="http://schemas.openxmlformats.org/officeDocument/2006/relationships/extended-properties" Target="/docProps/app.xml" Id="R2b36876cd27344de" /><Relationship Type="http://schemas.openxmlformats.org/officeDocument/2006/relationships/officeDocument" Target="/ppt/presentation.xml" Id="R090d2ce48f2a45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190d37a240471f"/>
  </p:sldMasterIdLst>
  <p:notesMasterIdLst>
    <p:notesMasterId xmlns:r="http://schemas.openxmlformats.org/officeDocument/2006/relationships" r:id="Ra3610ac72ced4894"/>
  </p:notesMasterIdLst>
  <p:sldIdLst>
    <p:sldId xmlns:r="http://schemas.openxmlformats.org/officeDocument/2006/relationships" id="256" r:id="Re3188b2c317040f9"/>
    <p:sldId xmlns:r="http://schemas.openxmlformats.org/officeDocument/2006/relationships" id="257" r:id="R74be032d61af4c7b"/>
    <p:sldId xmlns:r="http://schemas.openxmlformats.org/officeDocument/2006/relationships" id="258" r:id="R725613939a7b40a1"/>
    <p:sldId xmlns:r="http://schemas.openxmlformats.org/officeDocument/2006/relationships" id="259" r:id="R423db8dfe1e440fc"/>
    <p:sldId xmlns:r="http://schemas.openxmlformats.org/officeDocument/2006/relationships" id="260" r:id="R19ce8836d2384ba9"/>
    <p:sldId xmlns:r="http://schemas.openxmlformats.org/officeDocument/2006/relationships" id="261" r:id="Rc6be1e9d3c874ba9"/>
    <p:sldId xmlns:r="http://schemas.openxmlformats.org/officeDocument/2006/relationships" id="262" r:id="R1a8bf3e25e5a4809"/>
    <p:sldId xmlns:r="http://schemas.openxmlformats.org/officeDocument/2006/relationships" id="263" r:id="R35698b0cf68c4c60"/>
    <p:sldId xmlns:r="http://schemas.openxmlformats.org/officeDocument/2006/relationships" id="264" r:id="R61281fb899e84231"/>
    <p:sldId xmlns:r="http://schemas.openxmlformats.org/officeDocument/2006/relationships" id="265" r:id="Ra5e1c86fabb246ba"/>
    <p:sldId xmlns:r="http://schemas.openxmlformats.org/officeDocument/2006/relationships" id="266" r:id="R89a5694a077b4aaf"/>
    <p:sldId xmlns:r="http://schemas.openxmlformats.org/officeDocument/2006/relationships" id="267" r:id="Ra511fa56293b4c26"/>
    <p:sldId xmlns:r="http://schemas.openxmlformats.org/officeDocument/2006/relationships" id="268" r:id="R09abe0ead0044226"/>
    <p:sldId xmlns:r="http://schemas.openxmlformats.org/officeDocument/2006/relationships" id="269" r:id="Rd0c6b83233d4420f"/>
    <p:sldId xmlns:r="http://schemas.openxmlformats.org/officeDocument/2006/relationships" id="270" r:id="R4bafa99c01514d8f"/>
    <p:sldId xmlns:r="http://schemas.openxmlformats.org/officeDocument/2006/relationships" id="271" r:id="R6dcfaddb7456446d"/>
    <p:sldId xmlns:r="http://schemas.openxmlformats.org/officeDocument/2006/relationships" id="272" r:id="Rb74ba628cbe24aa0"/>
    <p:sldId xmlns:r="http://schemas.openxmlformats.org/officeDocument/2006/relationships" id="273" r:id="Rf8f2f6078c2d42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4cc6886a6498b" /><Relationship Type="http://schemas.openxmlformats.org/officeDocument/2006/relationships/slideMaster" Target="/ppt/slideMasters/slideMaster1.xml" Id="Raa190d37a240471f" /><Relationship Type="http://schemas.openxmlformats.org/officeDocument/2006/relationships/notesMaster" Target="/ppt/notesMasters/notesMaster1.xml" Id="Ra3610ac72ced4894" /><Relationship Type="http://schemas.openxmlformats.org/officeDocument/2006/relationships/presProps" Target="/ppt/presProps.xml" Id="R25f3f93dd3714290" /><Relationship Type="http://schemas.openxmlformats.org/officeDocument/2006/relationships/tableStyles" Target="/ppt/tableStyles.xml" Id="R6b2c0403db1c4d34" /><Relationship Type="http://schemas.openxmlformats.org/officeDocument/2006/relationships/slide" Target="/ppt/slides/slide1.xml" Id="Re3188b2c317040f9" /><Relationship Type="http://schemas.openxmlformats.org/officeDocument/2006/relationships/slide" Target="/ppt/slides/slide2.xml" Id="R74be032d61af4c7b" /><Relationship Type="http://schemas.openxmlformats.org/officeDocument/2006/relationships/slide" Target="/ppt/slides/slide3.xml" Id="R725613939a7b40a1" /><Relationship Type="http://schemas.openxmlformats.org/officeDocument/2006/relationships/slide" Target="/ppt/slides/slide4.xml" Id="R423db8dfe1e440fc" /><Relationship Type="http://schemas.openxmlformats.org/officeDocument/2006/relationships/slide" Target="/ppt/slides/slide5.xml" Id="R19ce8836d2384ba9" /><Relationship Type="http://schemas.openxmlformats.org/officeDocument/2006/relationships/slide" Target="/ppt/slides/slide6.xml" Id="Rc6be1e9d3c874ba9" /><Relationship Type="http://schemas.openxmlformats.org/officeDocument/2006/relationships/slide" Target="/ppt/slides/slide7.xml" Id="R1a8bf3e25e5a4809" /><Relationship Type="http://schemas.openxmlformats.org/officeDocument/2006/relationships/slide" Target="/ppt/slides/slide8.xml" Id="R35698b0cf68c4c60" /><Relationship Type="http://schemas.openxmlformats.org/officeDocument/2006/relationships/slide" Target="/ppt/slides/slide9.xml" Id="R61281fb899e84231" /><Relationship Type="http://schemas.openxmlformats.org/officeDocument/2006/relationships/slide" Target="/ppt/slides/slide10.xml" Id="Ra5e1c86fabb246ba" /><Relationship Type="http://schemas.openxmlformats.org/officeDocument/2006/relationships/slide" Target="/ppt/slides/slide11.xml" Id="R89a5694a077b4aaf" /><Relationship Type="http://schemas.openxmlformats.org/officeDocument/2006/relationships/slide" Target="/ppt/slides/slide12.xml" Id="Ra511fa56293b4c26" /><Relationship Type="http://schemas.openxmlformats.org/officeDocument/2006/relationships/slide" Target="/ppt/slides/slide13.xml" Id="R09abe0ead0044226" /><Relationship Type="http://schemas.openxmlformats.org/officeDocument/2006/relationships/slide" Target="/ppt/slides/slide14.xml" Id="Rd0c6b83233d4420f" /><Relationship Type="http://schemas.openxmlformats.org/officeDocument/2006/relationships/slide" Target="/ppt/slides/slide15.xml" Id="R4bafa99c01514d8f" /><Relationship Type="http://schemas.openxmlformats.org/officeDocument/2006/relationships/slide" Target="/ppt/slides/slide16.xml" Id="R6dcfaddb7456446d" /><Relationship Type="http://schemas.openxmlformats.org/officeDocument/2006/relationships/slide" Target="/ppt/slides/slide17.xml" Id="Rb74ba628cbe24aa0" /><Relationship Type="http://schemas.openxmlformats.org/officeDocument/2006/relationships/slide" Target="/ppt/slides/slide18.xml" Id="Rf8f2f6078c2d42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0e507168b847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c3e1eb23124f56" /><Relationship Type="http://schemas.openxmlformats.org/officeDocument/2006/relationships/notesMaster" Target="/ppt/notesMasters/notesMaster1.xml" Id="R598941cfb2e240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6ccc9129794d2b" /><Relationship Type="http://schemas.openxmlformats.org/officeDocument/2006/relationships/notesMaster" Target="/ppt/notesMasters/notesMaster1.xml" Id="R63cc3feb070f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9ca0a30f6f4751" /><Relationship Type="http://schemas.openxmlformats.org/officeDocument/2006/relationships/notesMaster" Target="/ppt/notesMasters/notesMaster1.xml" Id="R67cc4a68fcbd4b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b1a0253ca24ded" /><Relationship Type="http://schemas.openxmlformats.org/officeDocument/2006/relationships/notesMaster" Target="/ppt/notesMasters/notesMaster1.xml" Id="R006bc99b366c4b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82a9332b8f4c25" /><Relationship Type="http://schemas.openxmlformats.org/officeDocument/2006/relationships/notesMaster" Target="/ppt/notesMasters/notesMaster1.xml" Id="Ra6f3384257a946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3950fa8f2644de" /><Relationship Type="http://schemas.openxmlformats.org/officeDocument/2006/relationships/notesMaster" Target="/ppt/notesMasters/notesMaster1.xml" Id="Rf9d2b09a393e4c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15624623a74589" /><Relationship Type="http://schemas.openxmlformats.org/officeDocument/2006/relationships/notesMaster" Target="/ppt/notesMasters/notesMaster1.xml" Id="R5c50dba4885440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12abc377cb4601" /><Relationship Type="http://schemas.openxmlformats.org/officeDocument/2006/relationships/notesMaster" Target="/ppt/notesMasters/notesMaster1.xml" Id="R194242ff52b448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da3b3eaa964459" /><Relationship Type="http://schemas.openxmlformats.org/officeDocument/2006/relationships/notesMaster" Target="/ppt/notesMasters/notesMaster1.xml" Id="Rd8969019a1f649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e74d6cff874a6c" /><Relationship Type="http://schemas.openxmlformats.org/officeDocument/2006/relationships/notesMaster" Target="/ppt/notesMasters/notesMaster1.xml" Id="R2ad5b331661c483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6b7116b31f4750" /><Relationship Type="http://schemas.openxmlformats.org/officeDocument/2006/relationships/notesMaster" Target="/ppt/notesMasters/notesMaster1.xml" Id="Re0a8a5a735a54f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f7751815c44b45" /><Relationship Type="http://schemas.openxmlformats.org/officeDocument/2006/relationships/notesMaster" Target="/ppt/notesMasters/notesMaster1.xml" Id="Ra96cfe9baf1940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05dd84c6654957" /><Relationship Type="http://schemas.openxmlformats.org/officeDocument/2006/relationships/notesMaster" Target="/ppt/notesMasters/notesMaster1.xml" Id="R1de20622b68147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1e208399ee41f5" /><Relationship Type="http://schemas.openxmlformats.org/officeDocument/2006/relationships/notesMaster" Target="/ppt/notesMasters/notesMaster1.xml" Id="R585be12a65e0412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6fcbdbe92b422c" /><Relationship Type="http://schemas.openxmlformats.org/officeDocument/2006/relationships/notesMaster" Target="/ppt/notesMasters/notesMaster1.xml" Id="R7d7dae1827ac42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5dc8d49208a4104" /><Relationship Type="http://schemas.openxmlformats.org/officeDocument/2006/relationships/notesMaster" Target="/ppt/notesMasters/notesMaster1.xml" Id="R9b19737f917d47d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393316e96d480e" /><Relationship Type="http://schemas.openxmlformats.org/officeDocument/2006/relationships/notesMaster" Target="/ppt/notesMasters/notesMaster1.xml" Id="Rc39ed3de87cb41d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ea9a904cd0d4bf1" /><Relationship Type="http://schemas.openxmlformats.org/officeDocument/2006/relationships/notesMaster" Target="/ppt/notesMasters/notesMaster1.xml" Id="Ra5fa0245a4bc49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 สำหรับช่วงบ่ายนี้เราจะอบรมการใช้งานระบบ MSU EVA สำหรับบุคลากรสายสนับสนุน มีทั้งท่านที่เคยทดลองระบบแล้วและท่านที่เพิ่งใช้งานครั้งแรก รวมถึงผู้ประเมิน กรรมการ และผู้บริหาร เราจะเริ่มจากภาพรวมของระบบและหน้าที่ของแต่ละบทบาท ก่อนดูวิธีบันทึกกิจกรรม ตรวจคะแนน แนบหลักฐาน และส่งแบบประเมิน หลังจากชมการสาธิต ทุกท่านจะได้ทดลองทำหนึ่งรายการด้วยตนเอง และหยุดที่การบันทึกร่างก่อนเข้าสู่ขั้นตอนผู้ประเมินร่วมกัน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เป้าหมายคือให้ทุกท่านบันทึกกิจกรรมหนึ่งรายการได้ครบและเข้าใจว่าคะแนนเกิดจากข้อมูลใด เราจะฝึกเลือกกิจกรรม กรอกเป้าหมายและผลที่ทำได้ ตรวจคะแนนถ่วงน้ำหนัก แนบหลักฐาน และแยกบันทึกร่างออกจากส่งแบบประเมิน ผู้ที่เคยทดสอบแล้วให้ช่วยตรวจความสมเหตุสมผลของข้อมูล ส่วนผู้เข้าร่วมใหม่ทำตามทีละขั้น และผู้ประเมินให้สังเกตข้อมูลที่จะใช้ตัดสินใจในช่วงท้าย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MSU EVA ครอบคลุมงานประเมินทั้งกระบวนการ ตั้งแต่จัดการผู้ใช้และสิทธิ์ จัดทำเกณฑ์ สร้างรอบและมอบหมายงาน ไปจนถึงการบันทึกผล การประเมิน ติดตามสถานะ และส่งออกรายงาน Admin เป็นผู้เตรียมส่วนของระบบและรอบประเมิน ผู้ใช้งานสายสนับสนุนจึงไม่ต้องสร้างหรือเลือกรอบเอง แต่ตรวจสอบรอบ งาน และกิจกรรมที่ได้รับมอบหมาย แล้วกรอกข้อมูลตามหน้าที่ของตน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ระบบมีห้าบทบาทหลัก ได้แก่ Admin ผู้รับการประเมิน ผู้ประเมิน กรรมการ และผู้บริหาร ผู้รับการประเมินกรอกผลกิจกรรมและหลักฐาน ส่วนผู้ประเมิน กรรมการ และผู้บริหารตรวจหรือยืนยันตามขั้นที่ได้รับมอบหมาย Admin เป็นผู้กำหนดลำดับเหล่านี้ในแต่ละรอบ บางรอบอาจใช้ผู้ประเมินไม่ครบทั้งสามบทบาท จึงต้องยึดลำดับที่แสดงในงาน ไม่ควรสรุปว่าผู้บริหารจะเป็นผู้ปิดงานทุกครั้ง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ภาพรวมเริ่มจากผู้รับการประเมินเปิดงาน เลือกกิจกรรม กรอกผล ตรวจคะแนนและหลักฐาน แล้วส่งแบบประเมิน ระบบจะส่งต่อไปยังผู้ประเมินตามลำดับ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ขอให้จำเส้นทางนี้ไว้ เพราะเมื่อปุ่มหรือสถานะเปลี่ยน เราจะรู้ได้ว่างานอยู่ในความรับผิดชอบของใคร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ผู้รับการประเมินเป็นผู้เตรียมข้อมูลผลกิจกรรมในขั้นแรก ต้องบอกให้ชัดว่าทำกิจกรรมอะไร เป้าหมายคืออะไร ผลที่ทำได้เท่าไร และมีหลักฐานใดรองรับ จากนั้นตรวจคะแนนที่ระบบคำนวณ ก่อนเลือกบันทึกร่างหรือส่งแบบประเมิน ข้อมูลที่ครบช่วยให้ผู้ประเมินตัดสินใจจากข้อเท็จจริง ไม่ต้องย้อนกลับมาถามรายละเอียดพื้นฐาน และช่วยให้คะแนนแต่ละรายการอธิบายที่มาได้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ก่อนเปิดงาน 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ผู้ใช้งานไม่ต้องเลือกรอบประเมินเอง หากข้อมูลไม่ถูกต้องให้แจ้งผู้ดูแลระบบ โดยเฉพาะผู้ที่มีหลายบทบาทต้องตรวจว่ากำลังใช้บัญชีและหน้าจอที่ถูกต้อง ต่อไปผมจะเปิดหนึ่งรายการให้ดู ทุกท่านยังไม่ต้องทำตาม ให้สังเกตว่าผมเริ่มจากตรงไหน เลือกกิจกรรมใด และตรวจสถานะอย่างไรก่อนกรอกข้อมูล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แล้วเปิดรายการสายสนับสนุนที่เตรียมไว้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ข้อมูลหนึ่งรายการควรเชื่อมกันตั้งแต่โครงการ กิจกรรม ตัวชี้วัด จนถึงหลักฐาน โครงการให้บริบท กิจกรรมบอกว่างานที่ดำเนินการคืออะไร ตัวชี้วัดกำหนดวิธีวัดผล และหลักฐานยืนยันผลที่รายงาน หากเลือกกิจกรรมไม่ตรงกับตัวชี้วัดหรือหลักฐานคนละเรื่อง คะแนนที่ได้จะอธิบายยาก ก่อนกรอกจึงควรอ่านชื่อเกณฑ์และเตรียมข้อมูลที่ตรงกับกิจกรรมจริง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ให้กรอกสามส่วนหลัก ได้แก่ เป้าหมาย ผลที่ทำได้ และรายละเอียดกิจกรรม เป้าหมายเป็นจุดอ้างอิง ผลที่ทำได้เป็นค่าหรือระดับผลงานจริง และรายละเอียดช่วยอธิบายว่างานเกิดขึ้นอย่างไร หากเกณฑ์อนุญาตให้เพิ่มกิจกรรมหรือโครงการ ควรตั้งชื่อให้จำแนกได้และไม่สร้างรายการซ้ำ จากนั้นตรวจว่าค่าที่กรอกใช้หน่วยเดียวกับเกณฑ์ก่อนให้ระบบคำนวณคะแนน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คะแนนถ่วงน้ำหนักคำนวณจากน้ำหนักคูณคะแนนที่ทำได้ แล้วหารด้วยหนึ่งร้อย น้ำหนักสะท้อนความสำคัญของเกณฑ์ ส่วนคะแนนที่ทำได้สะท้อนผลในรายการนั้น การแสดงสูตรช่วยให้เราตรวจสอบได้ว่าคะแนนรวมไม่ได้เกิดขึ้นแบบลึกลับ หากผลไม่ตรงที่คาด ให้ย้อนกลับไปตรวจน้ำหนัก คะแนนที่ทำได้ และหน่วยของข้อมูล ไม่ควรแก้ตัวเลขเพื่อให้ได้ผลลัพธ์ที่ต้องการ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ลองดูตัวอย่างนี้ หากน้ำหนักเท่ากับยี่สิบและคะแนนที่ทำได้เท่ากับแปดสิบ คะแนนถ่วงน้ำหนักจะเป็นสิบหก เพราะยี่สิบคูณแปดสิบแล้วหารหนึ่งร้อย ตัวอย่างนี้ใช้เพื่อให้เห็นที่มา ไม่ใช่ค่ามาตรฐานของทุกกิจกรรม</a:t>
            </a:r>
          </a:p>
          <a:p xmlns:a="http://schemas.openxmlformats.org/drawingml/2006/main">
            <a:r>
              <a:t>[ถามผู้เข้าอบรม] หากน้ำหนักเป็นสามสิบและคะแนนที่ทำได้เป็นเก้าสิบ ควรได้คะแนนถ่วงน้ำหนักเท่าไร</a:t>
            </a:r>
          </a:p>
          <a:p xmlns:a="http://schemas.openxmlformats.org/drawingml/2006/main">
            <a:r>
              <a:t>[พูด] คำตอบคือยี่สิบเจ็ด และควรตรวจได้จากสูตรเดียวกัน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หลักฐานต้องเปิดได้ ตรงกับกิจกรรม และระบุได้ว่าเป็นเอกสารของรายการใด ควรใช้ลิงก์ที่ผู้ประเมินเข้าถึงได้จริง ตั้งชื่อไฟล์ให้ค้นหาได้ และหลีกเลี่ยงการส่งโฟลเดอร์รวมโดยไม่บอกว่าเอกสารใดเกี่ยวข้อง หากระบบกำหนดว่ารายการนี้ต้องมีหลักฐาน จะยังส่งแบบประเมินไม่ได้จนกว่าจะมีลิงก์ที่ถูกต้อง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ให้บันทึกร่างไว้ก่อน เพราะกลับมาแก้ไขได้และงานยังไม่เข้าสู่ผู้ประเมิน ส่วนส่งแบบประเมินควรทำเมื่อข้อมูลบังคับ คะแนน และหลักฐานครบแล้ว ก่อนยืนยันให้ตรวจอีกครั้งว่าผลที่ทำได้สอดคล้องกับรายละเอียดกิจกรรมและหลักฐานหรือไม่ วันนี้ในช่วงทดลอง ทุกคนจะหยุดที่บันทึกร่างก่อน เพื่อให้วิทยากรตรวจและแก้ไขได้โดยไม่ทำให้งานเดินไปยังขั้นถัดไป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ระบบจะส่งงานตามลำดับผู้ประเมินที่กำหนด ผู้ประเมินแต่ละคนตรวจข้อมูล ให้ผล และส่งต่อไปยังคนถัดไป จำนวนผู้ประเมินและสิทธิ์อาจต่างกันในแต่ละงาน จึงต้องดูสถานะและลำดับของรายการนั้นเป็นหลัก อย่าคาดเดาว่าผู้บริหารทุกคนจะเห็นหรือปิดงานได้ทันที เพราะระบบยึดการมอบหมายและลำดับที่ผู้ดูแลกำหนด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ให้ตรวจผลกิจกรรม เป้าหมาย คะแนนที่ระบบคำนวณ และหลักฐานว่าตรงกับเกณฑ์หรือไม่ เปิดลิงก์หลักฐานจริงก่อนให้ผล หากข้อมูลไม่ครบให้ดำเนินการตามตัวเลือกที่ระบบรองรับ ผู้ประเมินและผู้บริหารที่ยังไม่เคยทดลอง ให้สังเกตว่าข้อมูลใดมาจากผู้รับการประเมิน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ผู้ประเมินแต่ละคนตรวจและส่งต่องานตามลำดับ เมื่อถึงผู้ประเมินคนสุดท้าย บุคคลนั้นจะยืนยันขั้นสุดท้ายและทำให้สถานะเป็น ประเมินเสร็จสิ้น หรือ Completed ผู้ประเมินคนสุดท้ายอาจเป็นคนละบทบาทในแต่ละรายการ จึงควรดูข้อมูลลำดับที่ระบบแสดง ไม่ควรยึดชื่อตำแหน่งแบบตายตัว</a:t>
            </a:r>
          </a:p>
          <a:p xmlns:a="http://schemas.openxmlformats.org/drawingml/2006/main">
            <a:r>
              <a:t>[สาธิต] ส่งต่องานไปหนึ่งลำดับ เปิดด้วยบัญชีผู้ประเมินคนสุดท้าย และแสดงการยืนยันพร้อมสถานะ Completed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ต่อไปให้ทุกท่านทดลองด้วยบัญชีที่เตรียมไว้ ผู้ที่เคยทดสอบแล้วให้เน้นตรวจคะแนนและความสัมพันธ์ของหลักฐาน ผู้ที่เข้ามาใหม่ทำตามรายการทีละข้อ ได้แก่ เลือกกิจกรรม กรอกเป้าหมายและผล ตรวจคะแนน แนบหลักฐาน แล้วบันทึกร่าง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เพราะเราจะตรวจความพร้อมและทดลองขั้นผู้ประเมินร่วมกันภายหลัง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หากใช้งานไม่ได้ ให้ตรวจรอบและรายการ สิทธิ์ของบัญชี สถานะงาน และข้อมูลบังคับรวมถึงลิงก์หลักฐานก่อน หากคะแนนไม่เป็นไปตามคาด ให้ตรวจน้ำหนัก คะแนนที่ทำได้ และหน่วยข้อมูล หากยังแก้ไม่ได้ ให้จดชื่อรายการ สถานะ และข้อความที่พบเพื่อแจ้งผู้ดูแลระบบ</a:t>
            </a:r>
          </a:p>
          <a:p xmlns:a="http://schemas.openxmlformats.org/drawingml/2006/main">
            <a:r>
              <a:t>[ถามผู้เข้าอบรม] มีใครติดที่การเลือกกิจกรรม การคำนวณคะแนน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 กดส่งแบบประเมิน และให้ผู้ประเมินรับงานต่อ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1a375555641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8f7ca6efb74dc7" /><Relationship Type="http://schemas.openxmlformats.org/officeDocument/2006/relationships/slideLayout" Target="/ppt/slideLayouts/slideLayout1.xml" Id="Rcbd36447091747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d36447091747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6809c092d40e2" /><Relationship Type="http://schemas.openxmlformats.org/officeDocument/2006/relationships/image" Target="/ppt/media/image.jpeg" Id="Rf7c2300932264729" /><Relationship Type="http://schemas.openxmlformats.org/officeDocument/2006/relationships/image" Target="/ppt/media/image.png" Id="R70eb455c0d5044dd" /><Relationship Type="http://schemas.openxmlformats.org/officeDocument/2006/relationships/image" Target="/ppt/media/image2.png" Id="Rb733015e7eb94404" /><Relationship Type="http://schemas.openxmlformats.org/officeDocument/2006/relationships/notesSlide" Target="/ppt/notesSlides/notesSlide1.xml" Id="R705cfa04260e47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95079d3814e3e" /><Relationship Type="http://schemas.openxmlformats.org/officeDocument/2006/relationships/notesSlide" Target="/ppt/notesSlides/notesSlide2.xml" Id="R729143cc396144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37d333990420b" /><Relationship Type="http://schemas.openxmlformats.org/officeDocument/2006/relationships/notesSlide" Target="/ppt/notesSlides/notesSlide3.xml" Id="R30f8fd8250864c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4b0298f7246d8" /><Relationship Type="http://schemas.openxmlformats.org/officeDocument/2006/relationships/notesSlide" Target="/ppt/notesSlides/notesSlide4.xml" Id="R0774799f4aef4f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8b0fc1fd94ec5" /><Relationship Type="http://schemas.openxmlformats.org/officeDocument/2006/relationships/notesSlide" Target="/ppt/notesSlides/notesSlide5.xml" Id="R6d9bf2c443e94f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fdd3300f24b1c" /><Relationship Type="http://schemas.openxmlformats.org/officeDocument/2006/relationships/notesSlide" Target="/ppt/notesSlides/notesSlide6.xml" Id="Rd619e50f67a34c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f59041df34fd1" /><Relationship Type="http://schemas.openxmlformats.org/officeDocument/2006/relationships/notesSlide" Target="/ppt/notesSlides/notesSlide7.xml" Id="Rfe81ef202ce844c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bf0032247487f" /><Relationship Type="http://schemas.openxmlformats.org/officeDocument/2006/relationships/notesSlide" Target="/ppt/notesSlides/notesSlide8.xml" Id="Rf0a4237f1dd447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7128c0e9b4c89" /><Relationship Type="http://schemas.openxmlformats.org/officeDocument/2006/relationships/notesSlide" Target="/ppt/notesSlides/notesSlide9.xml" Id="R01aa51a9e9a842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8e38f71ef4ebe" /><Relationship Type="http://schemas.openxmlformats.org/officeDocument/2006/relationships/notesSlide" Target="/ppt/notesSlides/notesSlide10.xml" Id="Re3c8e67323604f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f082a0adb45c4" /><Relationship Type="http://schemas.openxmlformats.org/officeDocument/2006/relationships/notesSlide" Target="/ppt/notesSlides/notesSlide11.xml" Id="Rb99f50b2d1dc40f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893dff8d846c2" /><Relationship Type="http://schemas.openxmlformats.org/officeDocument/2006/relationships/notesSlide" Target="/ppt/notesSlides/notesSlide12.xml" Id="Re7f30f88e2db48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65b34416a425c" /><Relationship Type="http://schemas.openxmlformats.org/officeDocument/2006/relationships/notesSlide" Target="/ppt/notesSlides/notesSlide13.xml" Id="Re1045d5ff2a74f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e71e7bb5348a1" /><Relationship Type="http://schemas.openxmlformats.org/officeDocument/2006/relationships/notesSlide" Target="/ppt/notesSlides/notesSlide14.xml" Id="R1f0f08e48db34b6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ab9ceb1904176" /><Relationship Type="http://schemas.openxmlformats.org/officeDocument/2006/relationships/notesSlide" Target="/ppt/notesSlides/notesSlide15.xml" Id="R74e8ff6017044b5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5cb55ac9f4378" /><Relationship Type="http://schemas.openxmlformats.org/officeDocument/2006/relationships/notesSlide" Target="/ppt/notesSlides/notesSlide16.xml" Id="R2824659a65b34b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4c16d228846cf" /><Relationship Type="http://schemas.openxmlformats.org/officeDocument/2006/relationships/notesSlide" Target="/ppt/notesSlides/notesSlide17.xml" Id="Rfa8e721b71274e9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d6bff69754bfc" /><Relationship Type="http://schemas.openxmlformats.org/officeDocument/2006/relationships/image" Target="/ppt/media/image3.png" Id="R53b7f7bb96be4ed3" /><Relationship Type="http://schemas.openxmlformats.org/officeDocument/2006/relationships/notesSlide" Target="/ppt/notesSlides/notesSlide18.xml" Id="R66b5d447f4d64c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2300932264729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CE9B90E0-0C35-4EAB-AEDD-5706CC38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92A6790-3B7F-4DB3-A82B-6E906557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eb455c0d5044dd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08A71918-BB2D-43FB-8E57-C2252EBE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E5C434B0-59D4-4C63-B23C-454E97CA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998F6F5-E12A-4205-A364-3CC7086F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สำหรับบุคลากรสายสนับสนุน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2309B7D8-4905-4993-BBE1-43D4C915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E77EE40F-52B5-46E1-BC75-97399B8D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4C91B7F7-3263-43DE-97FF-41267DFD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3015e7eb94404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347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4BEB393B-8830-484E-B425-9ED33395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B8A2C8AF-E560-4C0A-BCB7-12DC158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7ED6BDFA-2119-46E9-96EC-B9371A93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505AA-1379-4215-9120-3A63F10D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1CB09-3754-401C-9DF7-1A039FE0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B9B96-0BE5-4253-85E0-72415DBF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AB7025-BCE2-4CFB-9468-6DDC2DC3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3440C-090C-4E1E-8A1B-666FA7D0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3E8CD-66D8-451A-BBA9-05E8DB8D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A11F1-E66E-4297-8397-7E9B727A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74A8E9-B770-4D34-B926-9D979368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F3724-DFC9-4072-9B64-45217EB1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A0550-B860-450A-8FEF-44741ECD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2CE62646-315F-4BA7-944A-7EB15A85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24E73-8341-4AA9-B417-7E2A6BE1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02B46-E65E-4D08-991D-D92FFB31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A6B2047-EF5D-4B59-93CD-9ED26236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C7605525-B141-44E7-914B-9A5C9C67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CCC2248B-2092-4173-9392-83CE2F42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9253239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8D7EDEB3-D0CE-4AA4-BC36-7C9F9936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F6AB249D-13DE-403B-BD4D-2BB0FE52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510D47C9-6EB1-4F3F-AC4D-CB2A55D9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07297-CBF2-4CBD-8E50-AE788490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E94D1ECA-3B8E-4261-B801-C1F29838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B26AC-24B8-491D-8932-777A76D2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8EA00-AC4D-4A8E-98C9-10B83F17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8422F7-60D9-406A-AF83-EDB5E1C4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D5694-20D0-4235-A155-2BC89EA1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11F8F-16BA-4B46-842E-94CBD9E2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FC3BA-2457-4D8A-8C5F-C911E1B5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B219A-53DF-436B-A99C-46BA682B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2DEB91-F6FA-4111-8F4D-4286E0D5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5C6FC0-93BE-4032-8351-8FDFFDDB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ABD26-0A04-4202-9AEB-F6757E4E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280E4A-8150-4C73-A519-41920A39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A5774A-677B-4E12-8350-970EA2A4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931F0-8ED2-43B0-9E2F-7FBF494F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8A8FB8-8D3D-48A7-AB49-A2CA898BD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A1DDCF-682F-437A-98B5-3FB3FAFB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BF6FB-C049-4616-B78E-58A11ECB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196250-6F91-4C2E-BFA6-5A0BB76D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45C98-8D25-448B-A837-85E0C114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037259-57FA-4C62-A903-3F2F0FAC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2E35E8-E296-459A-9947-2AA0C0ED2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8BC68-6620-4632-AD84-72CED5ED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0F8F35-43DE-4C88-9C0F-1A65515C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B8B5F55-2ACA-4697-B520-53447DB4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F51B4E1C-B799-4687-8562-ED9D56D2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46DB7E85-7C1A-446B-973E-DFD80229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4947310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5B229FED-081B-4BE7-9589-9C570CD1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586A6264-6233-44D4-B979-520EB44F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2E426134-518E-4272-ACA6-929EABF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79D6F-0321-46C9-B7B6-FD29E87C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70471-5EC5-4BE4-8689-3D7E9707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0C569-5677-4D04-8354-EAF89F29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E2622-83DB-4497-B14D-86C8A057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E01FA-0CE6-433F-B816-63A23CC0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7499C5-CC8A-4DA8-A3B5-063319E1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672E4-BB25-46C5-B8E5-AFF7B72D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A2FA2-76B6-4D81-A598-CD26A4ED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3142E4-E028-4318-98A9-8DF4227F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14C24-5DAC-4530-8811-9B66CB8C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F86F7C-E4DD-40C1-8570-FE813E46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67114-4335-4351-B7F2-E9F5F3BE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5AAB0D-FCA1-4268-A860-597B345F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46BCA-0A7F-431B-97E3-9A81FDD6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EC2D5-A607-41C1-9CB8-F69AE384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86354C-EF24-45D8-8FBF-10E98A95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FFD6D2-0291-4EC0-A498-BD53AEFC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3B320-41A6-456D-B24E-53E54757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67F58D-F4D9-4DA5-B053-59BEC8AE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3CC85B-23A1-4EA5-B34D-BD4442B5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B52D1A-F676-4F3F-BECF-5C59F91A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2482104-F44C-464E-BAB8-282AC608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61A35296-ED0D-48E5-B6A3-4002FC29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1CFEF906-F650-4AE6-99E1-34ADCE6F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3579674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0E6BFC94-F533-436A-8A69-76C727B8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1177AE0D-7C53-4606-9F5F-C58BD8E3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29BDAB57-D6CD-4A53-960F-AF21E6F2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DF9ED8-58E1-44F4-BC2C-F2DB6636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A751A99E-1A1C-46C3-8EDB-5237C8EE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5DBFBE9A-7E8F-4918-85F5-D0B4EBF92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A86AE-804E-4200-A085-6658B708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17288-0B5A-4406-9176-D7B2FEF6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7F9BA-549E-4B2F-81A8-5D54979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4EC80-A256-448D-9E9A-B661CC5E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33430-B1C8-47D5-B47C-7E508E7C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66CDD-F2F3-4629-8D74-6C3C4380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99DF1-6295-4BEF-9668-544DEC2F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E949D0-BB4C-4618-A64B-4BFCEB48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7F166-7C76-437A-9DAE-25A505B5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92406-6109-410D-B465-3180E1FF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F7D55-3990-4AC8-8AC1-A9FE447D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B7733B-B647-497F-81B9-3BC097CB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94465-4487-413E-A6D6-08E23A5D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33CCB-2B69-4ECD-8A78-D29A6523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31A3EF-F0C5-4173-9EBC-F7456C5D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CB5FE8-A4FE-463B-A346-6AC8856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235282-F13C-45FA-9C34-5D32525A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A59289-3DC9-4B2F-B220-35909CA1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FE20F6-9E64-469A-8F55-0D352592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813827-5017-4F7F-8335-011F91CC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D767B2-225F-470A-9662-6267CA5F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22925880-CA46-4C06-B1DC-B708CD3E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23055C99-1BA2-41C3-B9A6-0696BB3A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0A329F1D-322F-4D19-BA1F-D4A0C1EF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7563199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0AA58318-2B27-40A0-976A-B339B6BD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643BB606-48C2-4BD6-88FF-FF86E38A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E1B5CE0E-9064-483A-84E5-D308E52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652A5-CDEC-4704-A512-87263AD8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คุณเป็นเจ้าของข้อมูลผลกิจกรรมในขั้นแรก คะแนนที่น่าเชื่อถือต้องมีรายละเอียดและหลักฐานรองรับ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10D9C-DF09-4443-A376-B4AECD2A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73A49-AB07-4DFB-9756-C87DEE2D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7F73A3-2BBF-4D37-962D-77A85535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44E5D-9AAB-4F7B-9D12-6FED7C36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90D791-4F0D-4305-AD8A-AD400A8E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57D51C-0C65-499A-A4D4-140D8E35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D5016C-0FC8-428E-863B-EFBD7B55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17118-7F1B-4269-9050-C7AAC728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A51CC-3675-4836-84B7-FA3CC799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396951-233A-479D-ABF3-AA094457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1DDFF5-2E2A-439E-97EA-045D8638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94661-A9E3-4241-AEA0-E9B70620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2A1160-A0DF-476C-96DF-1B8427C2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41F3E-CA23-4C67-AB6A-18D0B663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237F03A-16D1-4DB2-9E9E-C6F8E97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B553FC13-9EBA-435D-8201-AE5F511C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43158893-D43A-4C29-AB40-6E8F7ADA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2194863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9556CC76-D37F-4293-B7D6-1723BD43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A3DA54C8-F3FE-4429-9B4F-BE334420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02045847-C2E8-46C9-A617-15F9F45E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3184FD-249C-46C7-9E05-9CD78870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7B7A9-FBA8-4945-9D2F-0E4340ED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B5530-1BFE-4308-957E-B0D11197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EB484-F441-4153-93D6-AFEC60D4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4E47D-CC31-4886-A774-10DFDA9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6C116-6872-414C-8CEC-7706ABC9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43457-81F1-417C-BBBE-6988974D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1DB896-6A87-4637-9770-179D301B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C8018-9040-43CB-91D1-5279DFBD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B367E-FDD5-4E92-A72E-5CD9AA6C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281DD-B486-4E78-AE74-5BC362CC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D2CE98-E1CF-4F57-82DB-ACB5FA45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20EB1D-EE24-4305-A067-63E201DE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AA9E5D12-BE2E-431D-800E-CE814B5A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83F66F-C18C-497D-ADAF-26CEBA68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69E64D-35A2-401D-ABF9-8C0ED8E0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F9F307-25DD-4A6A-BEF6-A42C2368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AE5110-7C8E-41B2-942B-407FD5A5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B1D6E4-2668-466E-89AB-238266B0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3C67EE-411A-47A3-991F-74EA37AF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EE3356-0CF9-4D99-AC0F-3F642BE7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0D566141-C500-483F-A712-237E6296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F149669D-730D-4375-B016-F8B4057E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8E993265-D1C6-404B-9CB2-EACC1555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3974134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2BFBC7BA-78DD-48CA-A278-01FB8420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F4F26299-0315-4C1F-A94C-745508CA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A1EED584-B0FC-4C25-99AD-0BF5A380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98F4D-466E-43E3-B16E-9486A617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AE2987-3C72-41F0-830A-D1E1466A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8BFF79-F4CE-4C04-92DA-6314B2D4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F8AB14-D3B3-48C0-BC2F-FA2123FA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EB38E-E098-4C0A-A891-6B082710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88F6B-61B2-4490-A951-2CAD3202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A8382-C124-4F4F-B26A-7FCADC97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7AE8A-C6CA-4354-99D7-FBBE3FD8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F0EBB-A071-490A-AC14-17EB4F41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616D5A-BE52-42FB-9CF4-9FA69A02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A1EF9-160A-467D-B65F-F2BD797E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2EFD8-7A54-4311-BABE-65030803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3FC9C-3C38-41D8-BB04-FCDD9014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91B92F-2662-4EF2-A6E6-4E46BD3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BD501-963A-4314-A7C1-E54E3215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F7795A-18F1-4D19-BF07-E6CDC30F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2E3984-01ED-4DAC-B1E4-6DFDA1B4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FE4C8E-17BE-406C-9E42-238F617A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94C6A9-6265-4C91-AAC6-E93AA4C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1A94D627-A318-4559-8EDE-EAF56539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BC2621BB-C7F7-4133-B04E-0715CD86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E7BCA26C-4CAC-4E5F-BD06-ED4D6E53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9423711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14CE4BFA-A0C8-4E92-84E1-675511ED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AC8A68E8-486E-4B14-9A16-5EBD6E5D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61EE2519-E16A-42AC-BE29-96DEF69C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0D32D-7BC1-4628-A033-A6CDF6CC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4B2AA-2EC4-4B96-BC0B-33AB381D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BE1D6-8E87-4B2D-AA59-52C3FCA6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59089-089A-457D-A46E-6951A15A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8BC1B-241E-4954-A4A5-48140E87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0993C-EC70-4987-B2C6-620BD94A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D7B3DF-3886-4F3A-9B7A-1E2BF0B8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3AA52-9871-40D2-B9C5-E01FDC43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DA48C-0DCC-4327-89B4-A5C75763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4563A-56BC-475E-A362-6EC62637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07637-734B-4AA9-9B66-27BBC87B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82B419-FA73-4238-90F4-0117925B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B8AB8-1537-4564-888D-7B592EB5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40500B-7F29-4A11-8255-886386C5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43367F17-62FE-4516-B8EE-C661BE68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956D977D-15F7-424A-8DF0-761021B9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F56A1A91-E437-4D75-B30D-516E5319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9707374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CC724193-EC4C-47BD-87CF-C5E47E2B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BFCE77BD-2AF0-4324-8745-E331EEE6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1B7DB688-ACD5-4591-909D-9484B312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08093-042B-459A-9BC1-79BFA7B9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F7A7C-AB4F-4F16-B0D7-3DC73F93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E3AA4-61C1-4E81-8EB0-B772847E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7204E7-C8E1-440D-B666-A0674842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561C0-7047-4537-AC68-A2D2EDF2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F326F-C64C-4FAD-8836-D4B8952C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656A1B-8BF0-4EF9-844C-DFF33054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CC99D7-243A-4962-A158-3057DDDF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A9D35C87-6DBB-4CB8-AE8B-726B4614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CC2C56F2-84C4-47FD-9D9E-E3632697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63BBF5AD-A86B-4D23-ABBB-1B8AE538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604249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FBB677B8-D4E4-4832-8BB7-03503DB1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BF19C2EC-1193-4061-9991-1E401E63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814F4D21-C226-450E-9CE2-937C642E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C19BE-2D22-4DB1-ACE2-EAE921AD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6F951-AE7D-42B0-B1A0-594A8DFC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05982-3942-477F-B7B3-CFEBBB3F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92893-D1F2-4650-AF96-E6799BFD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E43A2-BCCC-4064-AD39-823AB903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0B2F4-1382-4AFC-9C40-769FA753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31805-5122-40EB-BE8F-CD581154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C77D70-E647-4AD7-8BFD-3AD42DAC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98BF3-E8AD-4058-AE03-787B1F75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D38511-6D3F-409B-B090-3BF9EE94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F136B699-62AA-4B57-9148-CAE8FE58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ACCCECA2-3CD7-4CBE-B373-FDB7E993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1CE9A10D-FB1E-4ED3-8BA5-809FBD8D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0063075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4DF429B4-1D20-4710-90E6-A3486ABC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51D2FB96-5501-479F-A453-F40C80DD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58B5FA4-1E43-457B-83B7-20C91937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BC40F-5693-4BE6-B9FC-4E57684C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2BC5E-D5C8-4D00-8FE1-0CAA80BA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86F13-03C6-4923-A0A7-37556FD0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1D2384-AC7A-49E9-AE75-4FB2896F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59F64-48F6-475A-BA97-99727E0A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32D1F8-7940-4C86-8557-B23D4AC3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5B4F7-E92E-4BD9-8BE0-12E1AD69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55932-4970-467C-86D6-3B81B753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9741C-D3CD-4532-AD58-FA953EC0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626C4-292F-456F-AC4B-8A386484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5C91CA-4478-4B3C-9F24-3D6377DC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6F2FB-5A7C-4EBC-8A91-DE60EDB3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C9529E-0E6C-403A-9520-57F21B21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30B1F6-AEFD-454A-BF5B-98F77CCE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47D8B9-A8E9-473C-8E78-B5695EB9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4C2A3502-E763-4E79-9472-7CD2E979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24A14C27-00D7-4B66-8D39-8F4D299C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67A6C4B9-55E4-4570-9322-DC61068C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20655518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75861E9F-3BB1-4919-ACC7-DDE25B68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F87C85A-827E-4B6B-AEF3-042E9BAA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ABF4DFE7-CAB5-462A-89F4-7326CAC8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BF0C361D-278D-4FCC-BE1E-736327B0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D5692-C1AE-4BFA-BE15-75F234C1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D2D0F9-CC50-465A-9AF4-36602C7E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AEEDCB1C-19D7-4659-A7BB-AC644763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64988B-C065-4AA4-AB03-BC96D66B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FB301D-F678-4023-8396-76452F00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FD831-9DC5-4E3D-9E1D-06995EB0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0FDFB270-F698-4B55-A160-60CE1E8A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243F60E0-2D6D-4EEB-AAB0-7E3C8FCB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673109D0-1AD1-489D-BA10-E00BBD9C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3194123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17FB2F43-4D6F-40C0-8423-7D056600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33E6C541-1D41-4E9A-9766-D4D4A0AD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C6EC9256-F928-4B6E-9F59-7BE25A6C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BC3F3-9C7F-49D0-9A36-62BA4852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4136B-7F17-4020-8CFA-9DB7F99B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A0B65-74F5-40F6-8414-C0791A33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2786B0-F387-45F5-A42E-E9C265CB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43B0A-F53F-4C5D-BE0F-B64C3E64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D8C9E2-F03B-4481-B3E7-C9358395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C6DEEE-6CCC-4127-9ABB-F79BDA50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F52B6C-3CE1-4735-A0DB-D7C16E5C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9A64A-0110-4C4E-9ADE-657D47F7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4CE97-FB17-41CE-8E05-5CC7C22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7526C-2CB2-448C-97ED-E4E422D2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141DF1-C03F-4066-BC8B-B0E8DA8A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3DB3C-4D6D-4C14-A288-BFFDF4DC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495961-F43C-4FF1-B102-419E8BD7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E5BDBE-2AE3-46F3-BBC2-022943E2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CB086E-9D56-414D-ABF5-7C874666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0234B1-A6B8-4989-B895-2DE19BC1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EFB0EB-F99C-4EC2-BB02-43FD843E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C501ED25-9CEF-4157-A1B1-2A8A99A8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D2520058-DA76-400D-9381-E0C58826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85808ADE-F5AB-4E10-A841-5DA0A3FD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04408388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4FBDBC72-7105-4E29-960A-2E4393F1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561242A3-B612-49E0-AC8B-3727800A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10C3D624-B3DD-455E-901F-7DAA5A5C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5267F2-5517-49E3-BDA9-4CBEAC7D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BDCF7-2314-4C43-A5E2-DC573AB3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620E5-CCE8-431F-8E13-BD231392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98C12-2052-4810-BA8F-88BE9499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EF3B55-C12A-44DC-904F-CD137F10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1780C-04DF-4D05-8A91-B98DE8BD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52F84-1101-401A-A374-84C46974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C972C-F941-4B22-B10F-3DF01930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975A5-ABF5-48FB-9446-E52B5EA1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45682-2AF9-4AF9-991F-6F3B23C9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132CA-B7FE-45DA-A2A9-5F9CC19C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7292C5-DC4C-4AD8-AE02-68ADFA27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036231-51E7-4B43-9037-ED240C80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FB9045-3C0A-4300-B941-DEF3E854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CD1E1E-7969-4548-8E01-B0A8EA88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20DB9-BE49-482F-B979-4ADC3474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CB9F63-E8B5-42D2-A40C-1EF23C6E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E91D598A-AC4A-417B-B9E4-24275682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93A18B5D-AB97-4536-A7A1-DE2FBB37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145F4DCD-7494-4118-BD59-CF283668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237140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1BA7B435-B4B5-413A-84F1-21C4065C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3A235351-F2BB-4C2E-BBC6-9A607C21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F65C476C-5ADC-46D5-AD12-38A5F0E6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EF33A-D368-47EE-B0D2-F84706C8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29053-72AA-4B44-B6CE-66970D58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FED55-5503-4CFB-A9FC-B2E43377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D673B-E72B-4FF8-BA44-554B4D85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68549-D4F5-4868-BA4C-F00A68AA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9BF74-B1EB-4FD0-B592-6DAE9BF6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AED7A-CC1F-47E1-8F0F-0ED90968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94CED-EB38-44A9-BA19-17C1D83C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294E7-8054-4654-B7F3-93C16D2E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0D5D66-7D84-4504-B4F3-4A66397F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AD8AF-C42C-45E5-B7A8-027928E8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C4C98-1DA3-483D-86A3-12DAECBF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F70B2-F28E-40F4-ACBA-3C13F5F8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392B7-D250-40FB-A71B-B74A9F36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56F0A987-8EAC-440C-B50E-8EC371D3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5EFC304A-40A9-4541-B0DD-8CCE4AC0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1359E84C-B497-4CE9-B1B3-E84FA427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3882515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3C6F2300-FC3B-4F61-930D-8E1EF0EB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E0DE46A0-CDFC-43F3-98D4-7F4A6460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A00790A6-812D-4DF4-A823-287C9788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A9EDD-AF65-484F-91B5-3E968853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BE8C7-8FD9-4997-84BF-CD10A771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3E1524-7EE1-4CE4-896B-3F237EF9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7DA91-C77C-495B-8F8C-7E5F72F2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13179-069C-4072-A1BA-39FD43DF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AF692-996E-4E07-8BAC-4E195BA6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82071-551F-44F5-BF92-9CA9D1ED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68E39-7D0A-4051-8045-71815601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AD50C-0A35-412D-94D6-BAA07B69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EDB9C-C1E9-4062-9CB8-3B1C17E8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2A453-AFC8-46C5-AFE5-B0E089E4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57A421-AE7F-4400-B141-E10CC531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F83E43-41CD-40B3-8C0E-AB5AEAEC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0567ED-721E-4B9B-BCA4-016E71A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2F9573-79A3-4AB3-8BB2-FC5E38852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824A75CF-F316-4480-8FAF-BA3ACBE6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4E18B86A-0368-49B9-915E-1ED4D0DE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CF01AD6C-3AD4-4F3B-81D9-4C10A4C0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208646662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9E83E7F5-9AAC-4C15-99AC-933538FA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DF6A2D5F-E6AF-48FA-9DB8-E7FBD207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51A9E250-8F15-4B0B-8731-486457E3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9FA93-56E1-4DA9-ABEF-C6541AA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0222C2-2125-442E-932E-BB07FC74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0C0F9-3546-43A9-9B66-49F58471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00F09-96C7-4555-ADCF-5532333E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9AD6CD-64B2-4FD2-955C-D3D7B0CA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8179BF-D44A-4886-B9AB-D6E00CE3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92FCB-7927-42F0-B9AD-DC7980AA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4C902-106E-417D-8909-0CCE6086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4B469-7F27-4ED0-A646-99ACC220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CBD49C-ACF1-4F16-A0FC-512C3DF9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4175EE-6556-435D-81A3-C8FAFB10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2893B-0F46-46FD-B4E1-9BA6B31B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B2861F-BC96-45D9-B8AA-3527D47B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492C30-2986-4C81-99B1-B47A34CF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35B5CA-7795-4C2E-9031-55D32689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E779A-7D18-4268-835E-F20EB251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3D5C91-E237-4B81-BAD0-AC07E52D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7f7bb96be4ed3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94AE7D44-C79D-4473-B392-9B921CD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3E1142C1-1189-4969-8103-56D590EE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B9E97FF4-5B08-42F0-BA0B-EF4E8578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03184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2026-07-30T03:22:45.9890000Z</dcterms:created>
  <dcterms:modified xsi:type="dcterms:W3CDTF">2026-07-30T03:22:45.9890000Z</dcterms:modified>
</coreProperties>
</file>