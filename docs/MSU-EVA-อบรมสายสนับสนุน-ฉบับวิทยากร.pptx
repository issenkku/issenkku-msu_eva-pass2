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สวัสดีทุกท่านครับ สำหรับช่วงบ่ายนี้เราจะมาดูการใช้งานระบบประเมินผลการปฏิบัติงานบุคลากร หรือ MSU EVA สำหรับบุคลากรสายสนับสนุนกันนะครับ บางท่านอาจอยู่ต่อจากช่วงเช้า บางท่านเพิ่งเข้ามาใหม่ และมีทั้งผู้รับการประเมิน ผู้ประเมิน ผู้บริหาร รวมถึงผู้ประเมินระบบ ไม่ต้องกังวลครับ เราจะเริ่มจากภาพรวมสั้น ๆ ก่อน แล้วผมจะสาธิตหนึ่งรายการให้ดู หลังจากนั้นทุกท่านจะได้ทดลองกับบัญชีที่เตรียมไว้ครับ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docs/superpowers/specs/2026-07-24-split-role-training-decks-design.md</a:t>
            </a:r>
          </a:p>
          <a:p>
            <a:r>
              <a:t>- public/favicon-msu.png</a:t>
            </a:r>
          </a:p>
          <a:p>
            <a:r>
              <a:t>- C:\Users\pisut\Downloads\logoบริษัท.svg</a:t>
            </a:r>
          </a:p>
          <a:p>
            <a:r>
              <a:t>- public/images/workload-background.jpg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เป้าหมายของช่วงบ่ายนี้ชัดเจนครับ เราจะทดลองกรอกข้อมูล ตั้งแต่เลือกกิจกรรม กรอกเป้าหมายและผล ตรวจคะแนน แนบหลักฐาน ไปจนถึงบันทึกร่าง ที่สำคัญคือเราต้องอธิบายได้ว่าคะแนนเกิดจากข้อมูลใด รอบประเมินเป็นสิ่งที่ผู้ดูแลระบบกำหนดไว้แล้วนะครับ ผู้ใช้งานมีหน้าที่ตรวจรอบกับรายการที่ได้รับมอบหมาย เมื่อพร้อมแล้ว ทีนี้เรามาดูว่าระบบช่วยงานส่วนไหนบ้างครับ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docs/superpowers/specs/2026-07-24-split-role-training-decks-design.md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ระบบไม่ได้มีเฉพาะหน้ากรอกกิจกรรมครับ ก่อนเริ่มใช้งาน Admin จะจัดการผู้ใช้ สิทธิ์ เกณฑ์ รอบประเมิน และการมอบหมายงานให้เรียบร้อย ส่วนผู้ใช้งานจะทำงานตามรายการที่ได้รับ ตั้งแต่การกรอกข้อมูล การประเมิน การติดตามสถานะ จนถึงการออกรายงาน ดังนั้นผู้เข้าอบรมไม่ต้องสร้างหรือเลือกรอบประเมินเองครับ เพียงตรวจว่ารอบและรายการถูกต้อง แล้วทำหน้าที่ตามสิทธิ์ของตนเอง ต่อไปเรามาดูผู้ใช้งานแต่ละกลุ่มกันครับ</a:t>
            </a:r>
          </a:p>
          <a:p>
            <a:endParaRPr/>
          </a:p>
          <a:p>
            <a:r>
              <a:t>[Sources]</a:t>
            </a:r>
          </a:p>
          <a:p>
            <a:r>
              <a:t>- database/seeders/RoleSeeder.php</a:t>
            </a:r>
          </a:p>
          <a:p>
            <a:r>
              <a:t>- app/Http/Controllers/AssignmentDataController.php</a:t>
            </a:r>
          </a:p>
          <a:p>
            <a:r>
              <a:t>- docs/user-guide-th.md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ในระบบมีห้าบทบาทหลักครับ ได้แก่ Admin ผู้รับการประเมิน ผู้ประเมิน กรรมการ และผู้บริหาร แต่ละบทบาทจะเห็นเมนูต่างกัน ตรงนี้ขอเน้นครับ Admin เป็นผู้กำหนดผู้ใช้ เกณฑ์ รอบประเมิน การมอบหมาย และลำดับผู้ประเมิน ส่วนบทบาทผู้ประเมิน กรรมการ และผู้บริหารจะถูกใช้ตามขั้นที่ Admin จัดไว้ บางงานอาจใช้ไม่ครบทุกบทบาท และงานจะเสร็จสมบูรณ์เมื่อผู้ประเมินลำดับสุดท้ายกดยืนยันผลครับ เมื่อรู้ว่าใครทำอะไรแล้ว เรามาดูเส้นทางของงานทั้งกระบวนการกันครับ</a:t>
            </a:r>
          </a:p>
          <a:p>
            <a:endParaRPr/>
          </a:p>
          <a:p>
            <a:r>
              <a:t>[Sources]</a:t>
            </a:r>
          </a:p>
          <a:p>
            <a:r>
              <a:t>- database/seeders/RoleSeeder.php</a:t>
            </a:r>
          </a:p>
          <a:p>
            <a:r>
              <a:t>- app/Http/Controllers/AssignmentDataController.php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ลองดูภาพนี้จากซ้ายไปขวาครับ ผู้รับการประเมินเปิดงาน เลือกกิจกรรม กรอกผล ตรวจคะแนนและหลักฐาน แล้วจึงส่งแบบประเมิน หลังจากนั้นระบบส่งงานให้ผู้ประเมินทีละคนตามลำดับ คนสุดท้ายยืนยันเมื่อใด งานจึงเป็นประเมินเสร็จสิ้น หรือ Completed ครับ จำไว้ว่าแต่ละปุ่มมีผลกับคนถัดไป เมื่อเห็นภาพรวมแล้ว ต่อไปเราจะเริ่มจากบทบาทของผู้กรอกข้อมูลครับ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docs/user-guide-th.md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ผู้รับการประเมินมีหน้าที่กรอกข้อมูลกิจกรรมให้ครบครับ ในแต่ละกิจกรรมต้องระบุว่า ทำอะไร ตั้งเป้าหมายไว้เท่าไร ผลจริงเป็นอย่างไร และใช้หลักฐานใดยืนยัน หากข้อมูลยังไม่ครบ ให้บันทึกร่างไว้ก่อน ยังไม่ต้องส่งแบบประเมิน เพราะผู้ประเมินจะใช้ข้อมูลส่วนนี้ประกอบการให้ผลครับ ต่อไปเรามาดูจุดเริ่มต้นบนแดชบอร์ดครับ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docs/user-guide-th.md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ต่อไปมาที่แดชบอร์ดของฉันครับ ก่อนเปิดงานให้ตรวจรอบประเมินที่ผู้ดูแลระบบกำหนด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ถ้ารายการไม่ตรงให้หยุดและแจ้งผู้ดูแลระบบก่อน บนแดชบอร์ดให้สังเกตชื่อรอบ ชื่อรายการ และปุ่มเปิดงานครับ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เมื่อเปิดรายการแล้ว ให้ตรวจว่าข้อมูล 4 ส่วนสอดคล้องกันครับ หนึ่ง โครงการบอกว่างานนี้อยู่ภายใต้เรื่องใด สอง กิจกรรมบอกว่างานที่ทำคืออะไร สาม ตัวชี้วัดบอกว่าจะวัดผลอย่างไร และสี่ หลักฐานใช้ยืนยันผลที่กรอก หากข้อมูลส่วนใดไม่ตรงกัน ผู้ประเมินอาจต้องขอข้อมูลเพิ่มครับ ดังนั้นให้เลือกกิจกรรมที่ตรงกับงานจริงก่อน แล้วจึงกรอกเป้าหมายและผลครับ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resources/views/criteria_config/partials/support-criteria-template.blade.php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ในหน้าบันทึกกิจกรรม มีสามส่วนที่อยากให้ดูครับ คือเป้าหมาย ผลที่ทำได้ และรายละเอียดกิจกรรม เป้าหมายคือค่าที่ตั้งไว้ ส่วนผลที่ทำได้คือสิ่งที่เกิดขึ้นจริง อย่าสลับสองช่องนี้นะครับ รายละเอียดกิจกรรมควรเขียนสั้น ๆ แต่บอกได้ว่าทำอะไรและเกิดผลอย่างไร เมื่อข้อมูลครบ ระบบจะนำไปคำนวณคะแนน ทีนี้เรามาดูสูตรแบบง่าย ๆ กันครับ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resources/views/criteria_config/partials/support-criteria-template.blade.php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สูตรนี้มาจากเอกสารเกณฑ์การประเมินสายสนับสนุนที่ทางคณะมอบให้ครับ ระบบนำสูตรดังกล่าวมาใช้คำนวณ โดยคะแนนถ่วงน้ำหนักเท่ากับน้ำหนักคูณคะแนนที่ทำได้ แล้วหารหนึ่งร้อย ผู้ใช้ไม่ต้องกรอกคะแนนถ่วงน้ำหนักเอง ให้ตรวจเฉพาะค่าต้นทาง เช่น น้ำหนักและคะแนนที่ทำได้ ให้ตรงกับเกณฑ์ในเอกสาร ระบบจะคำนวณผลให้โดยอัตโนมัติครับ</a:t>
            </a:r>
          </a:p>
          <a:p>
            <a:endParaRPr/>
          </a:p>
          <a:p>
            <a:r>
              <a:t>[Sources]</a:t>
            </a:r>
          </a:p>
          <a:p>
            <a:r>
              <a:t>- เอกสารเกณฑ์การประเมินสายสนับสนุนที่คณะมอบให้ (เอกสารภายใน)</a:t>
            </a:r>
          </a:p>
          <a:p>
            <a:r>
              <a:t>- app/Support/SupportWeightedScore.php</a:t>
            </a:r>
          </a:p>
          <a:p>
            <a:r>
              <a:t>- resources/js/support-score-calculator.js</a:t>
            </a:r>
          </a:p>
          <a:p>
            <a:r>
              <a:t>- resources/views/components/support-criteria-table.blade.php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ก่อนส่ง ให้ตรวจ 3 เรื่องครับ หนึ่ง คะแนนที่ระบบคำนวณสมเหตุสมผลหรือไม่ สอง ลิงก์หลักฐานเปิดได้จากบัญชีผู้ประเมินหรือไม่ และสาม เมื่อเปิดลิงก์แล้วรู้ว่าเป็นหลักฐานของกิจกรรมใดครับ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resources/views/partials/evaluatee-evaluation-script.blade.php</a:t>
            </a:r>
          </a:p>
          <a:p>
            <a:r>
              <a:t>- resources/views/criteria_config/partials/support-criteria-template.blade.php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ถ้าข้อมูลยังไม่ครบ ให้บันทึกร่างไว้ก่อน เมื่อข้อมูลและหลักฐานครบแล้วจึงส่งแบบประเมินครับ ก่อนยืนยัน ลองหยุดตรวจอีกครั้งว่าผลที่ทำได้สอดคล้องกับรายละเอียดกิจกรรมและหลักฐานหรือไม่ วันนี้ตอนทดลองเราจะหยุดที่บันทึกร่างนะครับ ส่วนต่อไปผมจะอธิบายให้เห็นว่าเมื่อส่งจริง งานเดินต่ออย่างไร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resources/views/partials/evaluation-form-action-buttons.blade.php</a:t>
            </a:r>
          </a:p>
          <a:p>
            <a:r>
              <a:t>- resources/views/partials/evaluatee-evaluation-script.blade.php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หลังส่งแบบประเมิน ระบบจะส่งงานไปยังผู้ประเมินตามลำดับที่ Admin กำหนดครับ ผู้ประเมินแต่ละคนตรวจ บันทึกผล และส่งต่อให้คนถัดไป จำนวนขั้นอาจต่างกันในแต่ละงาน เวลาตรวจว่างานอยู่ที่ใคร ให้ดูสถานะและลำดับของรายการ ไม่ต้องคาดเดาจากชื่อตำแหน่งครับ ต่อไปเรามาดูหน้าที่ของผู้ประเมินครับ</a:t>
            </a:r>
          </a:p>
          <a:p>
            <a:endParaRPr/>
          </a:p>
          <a:p>
            <a:r>
              <a:t>[Sources]</a:t>
            </a:r>
          </a:p>
          <a:p>
            <a:r>
              <a:t>- app/Support/AssignmentFlow.php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ตอนนี้เรามาดูฝั่งผู้ประเมินครับ หลังผู้ถูกประเมินกดส่ง ข้อมูลและหลักฐานฝั่งผู้ถูกประเมินจะถูกล็อก ผู้ถูกประเมินจึงแก้ไขไม่ได้ แต่ผู้ประเมินที่รับงานในลำดับปัจจุบันยังตรวจและแก้ค่าที่ใช้ประเมิน รวมถึงคะแนนหรือผลการประเมินได้ครับ ระหว่างที่งานยังอยู่ในขั้นรอตรวจหรือบันทึกร่าง ให้ตรวจ 4 เรื่องตามลำดับ คือ กิจกรรมตรงกับเกณฑ์หรือไม่ เป้าหมายกับผลที่ทำได้สอดคล้องกันหรือไม่ คะแนนถูกต้องหรือไม่ และหลักฐานเปิดได้และตรงกับข้อมูลหรือไม่ หากจำเป็น ผู้ประเมินสามารถแก้ไขแล้วบันทึกร่างได้ เมื่อเรียบร้อยแล้วจึงกดส่งต่องานครับ</a:t>
            </a:r>
          </a:p>
          <a:p>
            <a:endParaRPr/>
          </a:p>
          <a:p>
            <a:r>
              <a:t>[Sources]</a:t>
            </a:r>
          </a:p>
          <a:p>
            <a:r>
              <a:t>- app/Http/Controllers/EvaluatorScoreController.php</a:t>
            </a:r>
          </a:p>
          <a:p>
            <a:r>
              <a:t>- resources/views/partials/evaluation-evaluator-form.blade.php</a:t>
            </a:r>
          </a:p>
          <a:p>
            <a:r>
              <a:t>- resources/views/components/unified-evaluator.blade.php</a:t>
            </a:r>
          </a:p>
          <a:p>
            <a:r>
              <a:t>- resources/views/components/support-criteria-table.blade.php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ผู้ประเมินแต่ละคนทำงานเฉพาะขั้นของตัวเองครับ เมื่อตรวจครบแล้วจึงส่งต่อ คนถัดไปจึงจะรับงาน และเมื่อถึงคนสุดท้าย บุคคลนั้นจะยืนยันขั้นสุดท้ายจนสถานะเป็น Completed คนสุดท้ายอาจเป็นบทบาทใดก็ได้ตามลำดับที่ Admin กำหนดนะครับ เมื่อส่งต่องาน สถานะและผู้รับผิดชอบจะเปลี่ยนไปตามลำดับ จนผู้ประเมินลำดับสุดท้ายยืนยันผลครับ</a:t>
            </a:r>
          </a:p>
          <a:p>
            <a:r>
              <a:t>[เริ่มสาธิตระบบ] ต่อไปผมจะสาธิตขั้นตอนทั้งหมดบนระบบให้ดู ตั้งแต่เริ่มต้นจนงานเสร็จครับ ทุกท่านยังไม่ต้องกดตาม ให้สังเกตลำดับการทำงานก่อน</a:t>
            </a:r>
          </a:p>
          <a:p>
            <a:r>
              <a:t>[สาธิตต่อเนื่อง]</a:t>
            </a:r>
          </a:p>
          <a:p>
            <a:r>
              <a:t>1. เปิดแดชบอร์ดและรายการที่ได้รับมอบหมาย</a:t>
            </a:r>
          </a:p>
          <a:p>
            <a:r>
              <a:t>2. กรอกกิจกรรม เป้าหมาย และผล</a:t>
            </a:r>
          </a:p>
          <a:p>
            <a:r>
              <a:t>3. ตรวจคะแนนที่ระบบคำนวณ</a:t>
            </a:r>
          </a:p>
          <a:p>
            <a:r>
              <a:t>4. แนบและเปิดหลักฐาน</a:t>
            </a:r>
          </a:p>
          <a:p>
            <a:r>
              <a:t>5. บันทึกร่าง</a:t>
            </a:r>
          </a:p>
          <a:p>
            <a:r>
              <a:t>6. ตรวจความพร้อมและส่งแบบประเมิน</a:t>
            </a:r>
          </a:p>
          <a:p>
            <a:r>
              <a:t>7. เปิดมุมผู้ประเมิน</a:t>
            </a:r>
          </a:p>
          <a:p>
            <a:r>
              <a:t>8. ตรวจข้อมูล ให้ผล และส่งต่อ</a:t>
            </a:r>
          </a:p>
          <a:p>
            <a:r>
              <a:t>9. เปิดบัญชีผู้ประเมินลำดับสุดท้าย</a:t>
            </a:r>
          </a:p>
          <a:p>
            <a:r>
              <a:t>10. ยืนยันผลจนสถานะเป็น ประเมินเสร็จสิ้น (Completed)</a:t>
            </a:r>
          </a:p>
          <a:p>
            <a:r>
              <a:t>[กลับมานำเสนอ] เมื่อเห็นขั้นตอนทั้งหมดแล้ว ต่อไปทุกท่านจะได้ทดลองทำด้วยบัญชีที่เตรียมไว้ครับ</a:t>
            </a:r>
          </a:p>
          <a:p>
            <a:endParaRPr/>
          </a:p>
          <a:p>
            <a:r>
              <a:t>[Sources]</a:t>
            </a:r>
          </a:p>
          <a:p>
            <a:r>
              <a:t>- app/Support/AssignmentFlow.php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ต่อไปเป็นเวลาทดลองใช้งานครับ ลิงก์ที่แสดงบนหน้าจอใช้สำหรับทดสอบระบบ ให้เปิด http://149.28.142.186/login แล้วเข้าสู่ระบบด้วยบัญชีที่เตรียมไว้ ลิงก์นี้ใช้สำหรับทดสอบระบบ เมื่อทุกท่านตรวจสอบแล้วและไม่มีประเด็นที่ต้องปรับแก้เพิ่มเติม ทีมงานจะนำระบบไปติดตั้งบนเซิร์ฟเวอร์ของคณะทันทีครับ สำหรับการทดลอง ให้เลือกกิจกรรม กรอกเป้าหมายและผล ตรวจคะแนน แนบหลักฐาน แล้วบันทึกร่างครับ ผู้ที่เคยทดสอบแล้วให้ช่วยตรวจคะแนนและหลักฐาน ส่วนผู้ที่เพิ่งเริ่มให้ทำทีละขั้น หากติดขัดให้ยกมือเรียกผมหรือทีมงานได้เลย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>
            <a:r>
              <a:t>[เริ่มทดลองใช้งาน — 30 นาที]</a:t>
            </a:r>
          </a:p>
          <a:p>
            <a:r>
              <a:t>[ให้ผู้เข้าอบรมหยุดที่บันทึกร่าง]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docs/superpowers/specs/2026-07-24-split-role-training-decks-design.md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ก่อนจบ ขอฝากวิธีตรวจปัญหาเบื้องต้นไว้สี่จุดครับ ดูรอบและรายการ สิทธิ์ของบัญชี สถานะงาน และข้อมูลบังคับรวมถึงลิงก์หลักฐาน ถ้าคะแนนไม่เป็นไปตามที่คิด ให้ย้อนดูน้ำหนัก คะแนนที่ทำได้ และหน่วยก่อน หากยังแก้ไม่ได้ ให้จดชื่อรายการ สถานะ และข้อความที่พบ แล้วแจ้งผู้ดูแลระบบครับ</a:t>
            </a:r>
          </a:p>
          <a:p>
            <a:r>
              <a:t>[ถามผู้เข้าอบรม] ตอนนี้มีใครติดที่การเลือกกิจกรรม การคำนวณคะแนน หรือการเปิดหลักฐานไหมครับ</a:t>
            </a:r>
          </a:p>
          <a:p>
            <a:r>
              <a:t>[พูด] หากท่านใดมีคำถามหรือข้อเสนอแนะเพิ่มเติม สามารถแจ้งได้เลยนะครับ ข้อมูลจากทุกท่านจะช่วยให้ทีมงานปรับระบบให้พร้อมใช้งานมากยิ่งขึ้น ขอบพระคุณทุกท่านที่สละเวลาร่วมทดสอบระบบครับ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resources/views/partials/evaluation-form-action-buttons.blade.php</a:t>
            </a:r>
          </a:p>
          <a:p>
            <a:r>
              <a:t>- resources/views/partials/evaluatee-evaluation-script.blade.php</a:t>
            </a:r>
          </a:p>
          <a:p>
            <a:r>
              <a:t>- app/Support/AssignmentFlow.php</a:t>
            </a:r>
          </a:p>
          <a:p>
            <a:r>
              <a:t>- C:\Users\pisut\Downloads\logoบริษัท.svg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กราฟิก 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82151" y="0"/>
            <a:ext cx="1715581" cy="96552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รูปภาพ 12"/>
          <p:cNvPicPr>
            <a:picLocks noChangeAspect="1"/>
          </p:cNvPicPr>
          <p:nvPr/>
        </p:nvPicPr>
        <p:blipFill>
          <a:blip r:embed="rId3"/>
          <a:srcRect l="2579" r="257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over-panel">
            <a:extLst>
              <a:ext uri="{FF2B5EF4-FFF2-40B4-BE49-F238E27FC236}">
                <a16:creationId xmlns:a16="http://schemas.microsoft.com/office/drawing/2014/main" id="{28822D9E-1CA2-48BD-B1BC-2D049BF597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524750" cy="6858000"/>
          </a:xfrm>
          <a:prstGeom prst="rect">
            <a:avLst/>
          </a:prstGeom>
          <a:solidFill>
            <a:srgbClr val="FBFAF7"/>
          </a:solidFill>
          <a:ln w="0">
            <a:noFill/>
            <a:prstDash val="solid"/>
          </a:ln>
        </p:spPr>
      </p:sp>
      <p:sp>
        <p:nvSpPr>
          <p:cNvPr id="3" name="cover-accent">
            <a:extLst>
              <a:ext uri="{FF2B5EF4-FFF2-40B4-BE49-F238E27FC236}">
                <a16:creationId xmlns:a16="http://schemas.microsoft.com/office/drawing/2014/main" id="{2B0683E5-5E67-4DC4-A0FE-91E56EFC7B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pic>
        <p:nvPicPr>
          <p:cNvPr id="18" name="รูปภาพ 1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650" y="419100"/>
            <a:ext cx="800100" cy="800100"/>
          </a:xfrm>
          <a:prstGeom prst="rect">
            <a:avLst/>
          </a:prstGeom>
        </p:spPr>
      </p:pic>
      <p:sp>
        <p:nvSpPr>
          <p:cNvPr id="5" name="cover-institution">
            <a:extLst>
              <a:ext uri="{FF2B5EF4-FFF2-40B4-BE49-F238E27FC236}">
                <a16:creationId xmlns:a16="http://schemas.microsoft.com/office/drawing/2014/main" id="{B5B50923-91E9-47DE-9191-7F3D3FFD56DA}"/>
              </a:ext>
            </a:extLst>
          </p:cNvPr>
          <p:cNvSpPr>
            <a:spLocks noGrp="1"/>
          </p:cNvSpPr>
          <p:nvPr/>
        </p:nvSpPr>
        <p:spPr>
          <a:xfrm>
            <a:off x="1638300" y="514350"/>
            <a:ext cx="5286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>
              <a:ext uri="{FF2B5EF4-FFF2-40B4-BE49-F238E27FC236}">
                <a16:creationId xmlns:a16="http://schemas.microsoft.com/office/drawing/2014/main" id="{A56EE96C-0603-4EDC-9CD9-8F46FA996AF5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>
              <a:ext uri="{FF2B5EF4-FFF2-40B4-BE49-F238E27FC236}">
                <a16:creationId xmlns:a16="http://schemas.microsoft.com/office/drawing/2014/main" id="{88489A78-30CC-4181-9732-7A2524FB8EBE}"/>
              </a:ext>
            </a:extLst>
          </p:cNvPr>
          <p:cNvSpPr>
            <a:spLocks noGrp="1"/>
          </p:cNvSpPr>
          <p:nvPr/>
        </p:nvSpPr>
        <p:spPr>
          <a:xfrm>
            <a:off x="647700" y="2095500"/>
            <a:ext cx="64770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>
              <a:ext uri="{FF2B5EF4-FFF2-40B4-BE49-F238E27FC236}">
                <a16:creationId xmlns:a16="http://schemas.microsoft.com/office/drawing/2014/main" id="{E64252CE-55C1-4872-AE34-816FD9D62705}"/>
              </a:ext>
            </a:extLst>
          </p:cNvPr>
          <p:cNvSpPr>
            <a:spLocks noGrp="1"/>
          </p:cNvSpPr>
          <p:nvPr/>
        </p:nvSpPr>
        <p:spPr>
          <a:xfrm>
            <a:off x="647700" y="3714750"/>
            <a:ext cx="571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(MSU EVA)  •  สายสนับสนุน</a:t>
            </a:r>
          </a:p>
        </p:txBody>
      </p:sp>
      <p:sp>
        <p:nvSpPr>
          <p:cNvPr id="9" name="cover-gold-rule">
            <a:extLst>
              <a:ext uri="{FF2B5EF4-FFF2-40B4-BE49-F238E27FC236}">
                <a16:creationId xmlns:a16="http://schemas.microsoft.com/office/drawing/2014/main" id="{DB36B7CF-E7B0-4C22-A6B3-5C9A772FA2A8}"/>
              </a:ext>
            </a:extLst>
          </p:cNvPr>
          <p:cNvSpPr>
            <a:spLocks noGrp="1"/>
          </p:cNvSpPr>
          <p:nvPr/>
        </p:nvSpPr>
        <p:spPr>
          <a:xfrm>
            <a:off x="647700" y="4305300"/>
            <a:ext cx="876300" cy="57150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0" name="cover-promise">
            <a:extLst>
              <a:ext uri="{FF2B5EF4-FFF2-40B4-BE49-F238E27FC236}">
                <a16:creationId xmlns:a16="http://schemas.microsoft.com/office/drawing/2014/main" id="{B69719CC-CADF-4CF7-8ABF-C8451F51DBFC}"/>
              </a:ext>
            </a:extLst>
          </p:cNvPr>
          <p:cNvSpPr>
            <a:spLocks noGrp="1"/>
          </p:cNvSpPr>
          <p:nvPr/>
        </p:nvSpPr>
        <p:spPr>
          <a:xfrm>
            <a:off x="647700" y="4667250"/>
            <a:ext cx="590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1" name="cover-style">
            <a:extLst>
              <a:ext uri="{FF2B5EF4-FFF2-40B4-BE49-F238E27FC236}">
                <a16:creationId xmlns:a16="http://schemas.microsoft.com/office/drawing/2014/main" id="{3816AA13-CB9A-4E10-8B1B-928E1A0E8C47}"/>
              </a:ext>
            </a:extLst>
          </p:cNvPr>
          <p:cNvSpPr>
            <a:spLocks noGrp="1"/>
          </p:cNvSpPr>
          <p:nvPr/>
        </p:nvSpPr>
        <p:spPr>
          <a:xfrm>
            <a:off x="647700" y="60007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6" name="กราฟิก 1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50966" y="24351"/>
            <a:ext cx="2249024" cy="126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04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ide-accent-2">
            <a:extLst>
              <a:ext uri="{FF2B5EF4-FFF2-40B4-BE49-F238E27FC236}">
                <a16:creationId xmlns:a16="http://schemas.microsoft.com/office/drawing/2014/main" id="{130CBAFA-37E3-419C-86D9-95A4D01DE5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2">
            <a:extLst>
              <a:ext uri="{FF2B5EF4-FFF2-40B4-BE49-F238E27FC236}">
                <a16:creationId xmlns:a16="http://schemas.microsoft.com/office/drawing/2014/main" id="{FA43211B-6B15-409E-BCED-E9477F427CF6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>
              <a:ext uri="{FF2B5EF4-FFF2-40B4-BE49-F238E27FC236}">
                <a16:creationId xmlns:a16="http://schemas.microsoft.com/office/drawing/2014/main" id="{A9DB902B-B543-4BBD-8E4E-91DFD38FBB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D5D0F1BB-FCEF-4714-842E-1046BEDA1BD6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F8E25BCC-5CDC-472F-A4D8-39D1B00E47CB}"/>
              </a:ext>
            </a:extLst>
          </p:cNvPr>
          <p:cNvSpPr>
            <a:spLocks noGrp="1"/>
          </p:cNvSpPr>
          <p:nvPr/>
        </p:nvSpPr>
        <p:spPr>
          <a:xfrm>
            <a:off x="609600" y="2628900"/>
            <a:ext cx="723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8227E4AB-CE73-4C98-8397-FEF589A3382B}"/>
              </a:ext>
            </a:extLst>
          </p:cNvPr>
          <p:cNvSpPr>
            <a:spLocks noGrp="1"/>
          </p:cNvSpPr>
          <p:nvPr/>
        </p:nvSpPr>
        <p:spPr>
          <a:xfrm>
            <a:off x="1409700" y="2676525"/>
            <a:ext cx="38100" cy="53340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834689F9-5612-4CAB-A5C1-1D548DBDE26F}"/>
              </a:ext>
            </a:extLst>
          </p:cNvPr>
          <p:cNvSpPr>
            <a:spLocks noGrp="1"/>
          </p:cNvSpPr>
          <p:nvPr/>
        </p:nvSpPr>
        <p:spPr>
          <a:xfrm>
            <a:off x="1695450" y="2628900"/>
            <a:ext cx="8858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</a:t>
            </a:r>
            <a:r>
              <a:rPr sz="2025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ที่ได้รับมอบหมายได้ถูกต้อง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105094D7-CEBF-4441-BF19-7DD116D004E7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723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218A2E71-2BFF-42AA-8BD7-DF7803C3C60B}"/>
              </a:ext>
            </a:extLst>
          </p:cNvPr>
          <p:cNvSpPr>
            <a:spLocks noGrp="1"/>
          </p:cNvSpPr>
          <p:nvPr/>
        </p:nvSpPr>
        <p:spPr>
          <a:xfrm>
            <a:off x="1409700" y="3648075"/>
            <a:ext cx="38100" cy="53340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68E90AB3-6C5E-466C-B2E4-0247818769DA}"/>
              </a:ext>
            </a:extLst>
          </p:cNvPr>
          <p:cNvSpPr>
            <a:spLocks noGrp="1"/>
          </p:cNvSpPr>
          <p:nvPr/>
        </p:nvSpPr>
        <p:spPr>
          <a:xfrm>
            <a:off x="1695450" y="3600450"/>
            <a:ext cx="8858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C4751FD9-6D69-4E91-8A7A-6143096F448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723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225FDAC4-49CF-477F-B4B0-4F3BABD94653}"/>
              </a:ext>
            </a:extLst>
          </p:cNvPr>
          <p:cNvSpPr>
            <a:spLocks noGrp="1"/>
          </p:cNvSpPr>
          <p:nvPr/>
        </p:nvSpPr>
        <p:spPr>
          <a:xfrm>
            <a:off x="1409700" y="4619625"/>
            <a:ext cx="38100" cy="533400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1CD4C066-92F5-41CE-8205-4B1F56D64BFF}"/>
              </a:ext>
            </a:extLst>
          </p:cNvPr>
          <p:cNvSpPr>
            <a:spLocks noGrp="1"/>
          </p:cNvSpPr>
          <p:nvPr/>
        </p:nvSpPr>
        <p:spPr>
          <a:xfrm>
            <a:off x="1695450" y="4572000"/>
            <a:ext cx="8858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>
              <a:ext uri="{FF2B5EF4-FFF2-40B4-BE49-F238E27FC236}">
                <a16:creationId xmlns:a16="http://schemas.microsoft.com/office/drawing/2014/main" id="{FD2E5143-3E8E-4B82-A198-D663BCE7B6C1}"/>
              </a:ext>
            </a:extLst>
          </p:cNvPr>
          <p:cNvSpPr>
            <a:spLocks noGrp="1"/>
          </p:cNvSpPr>
          <p:nvPr/>
        </p:nvSpPr>
        <p:spPr>
          <a:xfrm>
            <a:off x="9258300" y="2076450"/>
            <a:ext cx="2324100" cy="3295650"/>
          </a:xfrm>
          <a:prstGeom prst="roundRect">
            <a:avLst>
              <a:gd name="adj" fmla="val 3279"/>
            </a:avLst>
          </a:prstGeom>
          <a:solidFill>
            <a:srgbClr val="E2F4F1"/>
          </a:solidFill>
          <a:ln w="9525">
            <a:solidFill>
              <a:srgbClr val="008C86"/>
            </a:solidFill>
            <a:prstDash val="solid"/>
          </a:ln>
        </p:spPr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C5F4F40C-ECEF-45FC-8397-2759FAE796E3}"/>
              </a:ext>
            </a:extLst>
          </p:cNvPr>
          <p:cNvSpPr>
            <a:spLocks noGrp="1"/>
          </p:cNvSpPr>
          <p:nvPr/>
        </p:nvSpPr>
        <p:spPr>
          <a:xfrm>
            <a:off x="9525000" y="2324100"/>
            <a:ext cx="17907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269155E0-DE5B-4CBD-9838-F3C56FE62C07}"/>
              </a:ext>
            </a:extLst>
          </p:cNvPr>
          <p:cNvSpPr>
            <a:spLocks noGrp="1"/>
          </p:cNvSpPr>
          <p:nvPr/>
        </p:nvSpPr>
        <p:spPr>
          <a:xfrm>
            <a:off x="9525000" y="3752850"/>
            <a:ext cx="17907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>
              <a:ext uri="{FF2B5EF4-FFF2-40B4-BE49-F238E27FC236}">
                <a16:creationId xmlns:a16="http://schemas.microsoft.com/office/drawing/2014/main" id="{365A3E1B-8CE2-4CC4-89DF-5E9918BD091B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8" name="footer-label-2">
            <a:extLst>
              <a:ext uri="{FF2B5EF4-FFF2-40B4-BE49-F238E27FC236}">
                <a16:creationId xmlns:a16="http://schemas.microsoft.com/office/drawing/2014/main" id="{125784CA-A26E-4DDD-90B0-297B5A319DE1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19" name="footer-page-2">
            <a:extLst>
              <a:ext uri="{FF2B5EF4-FFF2-40B4-BE49-F238E27FC236}">
                <a16:creationId xmlns:a16="http://schemas.microsoft.com/office/drawing/2014/main" id="{E69BF17D-8076-45CB-A7AB-5D577560C575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17</a:t>
            </a:r>
          </a:p>
        </p:txBody>
      </p:sp>
    </p:spTree>
    <p:extLst>
      <p:ext uri="{BB962C8B-B14F-4D97-AF65-F5344CB8AC3E}">
        <p14:creationId xmlns:p14="http://schemas.microsoft.com/office/powerpoint/2010/main" val="139881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ide-accent-3">
            <a:extLst>
              <a:ext uri="{FF2B5EF4-FFF2-40B4-BE49-F238E27FC236}">
                <a16:creationId xmlns:a16="http://schemas.microsoft.com/office/drawing/2014/main" id="{879A3AC2-5416-40DE-9777-207AE9B06E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3">
            <a:extLst>
              <a:ext uri="{FF2B5EF4-FFF2-40B4-BE49-F238E27FC236}">
                <a16:creationId xmlns:a16="http://schemas.microsoft.com/office/drawing/2014/main" id="{BB12E9D0-7DC7-4C9D-A3FF-5CA7B54880B7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รู้จักระบบ  /  สายสนับสนุน</a:t>
            </a:r>
          </a:p>
        </p:txBody>
      </p:sp>
      <p:sp>
        <p:nvSpPr>
          <p:cNvPr id="3" name="title-3">
            <a:extLst>
              <a:ext uri="{FF2B5EF4-FFF2-40B4-BE49-F238E27FC236}">
                <a16:creationId xmlns:a16="http://schemas.microsoft.com/office/drawing/2014/main" id="{C93ACEA1-FF77-4F75-95DE-9866C744566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EACE6C3B-2E32-4F42-B24B-F5ECD319EEC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857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>
              <a:ext uri="{FF2B5EF4-FFF2-40B4-BE49-F238E27FC236}">
                <a16:creationId xmlns:a16="http://schemas.microsoft.com/office/drawing/2014/main" id="{D511EE68-6FF1-4B57-9DFF-949D004A0221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8705850" cy="476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6" name="วงรี 5">
            <a:extLst>
              <a:ext uri="{FF2B5EF4-FFF2-40B4-BE49-F238E27FC236}">
                <a16:creationId xmlns:a16="http://schemas.microsoft.com/office/drawing/2014/main" id="{570ED103-5627-4A7A-96ED-94249A0D0D50}"/>
              </a:ext>
            </a:extLst>
          </p:cNvPr>
          <p:cNvSpPr>
            <a:spLocks noGrp="1"/>
          </p:cNvSpPr>
          <p:nvPr/>
        </p:nvSpPr>
        <p:spPr>
          <a:xfrm>
            <a:off x="1257300" y="3009900"/>
            <a:ext cx="876300" cy="8763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4B938AC4-651A-4FAF-9E90-6C71E0C015A6}"/>
              </a:ext>
            </a:extLst>
          </p:cNvPr>
          <p:cNvSpPr>
            <a:spLocks noGrp="1"/>
          </p:cNvSpPr>
          <p:nvPr/>
        </p:nvSpPr>
        <p:spPr>
          <a:xfrm>
            <a:off x="125730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7165F13A-AD94-44D8-9078-D6F99AB172B5}"/>
              </a:ext>
            </a:extLst>
          </p:cNvPr>
          <p:cNvSpPr>
            <a:spLocks noGrp="1"/>
          </p:cNvSpPr>
          <p:nvPr/>
        </p:nvSpPr>
        <p:spPr>
          <a:xfrm>
            <a:off x="80010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F05F5161-A72E-4E69-8118-FDCA4528FAA2}"/>
              </a:ext>
            </a:extLst>
          </p:cNvPr>
          <p:cNvSpPr>
            <a:spLocks noGrp="1"/>
          </p:cNvSpPr>
          <p:nvPr/>
        </p:nvSpPr>
        <p:spPr>
          <a:xfrm>
            <a:off x="72390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วงรี 9">
            <a:extLst>
              <a:ext uri="{FF2B5EF4-FFF2-40B4-BE49-F238E27FC236}">
                <a16:creationId xmlns:a16="http://schemas.microsoft.com/office/drawing/2014/main" id="{A46935D9-A143-40F4-9100-3768DF2F35CA}"/>
              </a:ext>
            </a:extLst>
          </p:cNvPr>
          <p:cNvSpPr>
            <a:spLocks noGrp="1"/>
          </p:cNvSpPr>
          <p:nvPr/>
        </p:nvSpPr>
        <p:spPr>
          <a:xfrm>
            <a:off x="3409950" y="3009900"/>
            <a:ext cx="876300" cy="8763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487D5D61-4DE4-48B3-90C0-7241720F23D7}"/>
              </a:ext>
            </a:extLst>
          </p:cNvPr>
          <p:cNvSpPr>
            <a:spLocks noGrp="1"/>
          </p:cNvSpPr>
          <p:nvPr/>
        </p:nvSpPr>
        <p:spPr>
          <a:xfrm>
            <a:off x="340995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83C8992A-4745-4C9F-B48A-514B7C200DD8}"/>
              </a:ext>
            </a:extLst>
          </p:cNvPr>
          <p:cNvSpPr>
            <a:spLocks noGrp="1"/>
          </p:cNvSpPr>
          <p:nvPr/>
        </p:nvSpPr>
        <p:spPr>
          <a:xfrm>
            <a:off x="295275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FEA900CC-866D-4A40-8B76-F00FAB01E24F}"/>
              </a:ext>
            </a:extLst>
          </p:cNvPr>
          <p:cNvSpPr>
            <a:spLocks noGrp="1"/>
          </p:cNvSpPr>
          <p:nvPr/>
        </p:nvSpPr>
        <p:spPr>
          <a:xfrm>
            <a:off x="287655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วงรี 13">
            <a:extLst>
              <a:ext uri="{FF2B5EF4-FFF2-40B4-BE49-F238E27FC236}">
                <a16:creationId xmlns:a16="http://schemas.microsoft.com/office/drawing/2014/main" id="{A68FE53C-DABB-4994-B9AA-E600EE7AD9A0}"/>
              </a:ext>
            </a:extLst>
          </p:cNvPr>
          <p:cNvSpPr>
            <a:spLocks noGrp="1"/>
          </p:cNvSpPr>
          <p:nvPr/>
        </p:nvSpPr>
        <p:spPr>
          <a:xfrm>
            <a:off x="5562600" y="3009900"/>
            <a:ext cx="876300" cy="8763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1EC99259-ECB2-4DAD-AB61-5135B8257B9C}"/>
              </a:ext>
            </a:extLst>
          </p:cNvPr>
          <p:cNvSpPr>
            <a:spLocks noGrp="1"/>
          </p:cNvSpPr>
          <p:nvPr/>
        </p:nvSpPr>
        <p:spPr>
          <a:xfrm>
            <a:off x="556260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A610CB24-163B-4D2E-A570-31E1A0FF2279}"/>
              </a:ext>
            </a:extLst>
          </p:cNvPr>
          <p:cNvSpPr>
            <a:spLocks noGrp="1"/>
          </p:cNvSpPr>
          <p:nvPr/>
        </p:nvSpPr>
        <p:spPr>
          <a:xfrm>
            <a:off x="510540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B605F00B-437C-41BC-B8C4-6464F5016B0E}"/>
              </a:ext>
            </a:extLst>
          </p:cNvPr>
          <p:cNvSpPr>
            <a:spLocks noGrp="1"/>
          </p:cNvSpPr>
          <p:nvPr/>
        </p:nvSpPr>
        <p:spPr>
          <a:xfrm>
            <a:off x="502920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วงรี 17">
            <a:extLst>
              <a:ext uri="{FF2B5EF4-FFF2-40B4-BE49-F238E27FC236}">
                <a16:creationId xmlns:a16="http://schemas.microsoft.com/office/drawing/2014/main" id="{D8859923-883F-4DC9-945F-7DA869E0CD95}"/>
              </a:ext>
            </a:extLst>
          </p:cNvPr>
          <p:cNvSpPr>
            <a:spLocks noGrp="1"/>
          </p:cNvSpPr>
          <p:nvPr/>
        </p:nvSpPr>
        <p:spPr>
          <a:xfrm>
            <a:off x="7715250" y="3009900"/>
            <a:ext cx="876300" cy="8763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E99B3756-27AC-4482-869C-3FA20A06301F}"/>
              </a:ext>
            </a:extLst>
          </p:cNvPr>
          <p:cNvSpPr>
            <a:spLocks noGrp="1"/>
          </p:cNvSpPr>
          <p:nvPr/>
        </p:nvSpPr>
        <p:spPr>
          <a:xfrm>
            <a:off x="771525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391A81DA-CDC2-4809-8C71-061A535674BC}"/>
              </a:ext>
            </a:extLst>
          </p:cNvPr>
          <p:cNvSpPr>
            <a:spLocks noGrp="1"/>
          </p:cNvSpPr>
          <p:nvPr/>
        </p:nvSpPr>
        <p:spPr>
          <a:xfrm>
            <a:off x="725805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1135537C-47CE-4D27-8838-23192A55B73C}"/>
              </a:ext>
            </a:extLst>
          </p:cNvPr>
          <p:cNvSpPr>
            <a:spLocks noGrp="1"/>
          </p:cNvSpPr>
          <p:nvPr/>
        </p:nvSpPr>
        <p:spPr>
          <a:xfrm>
            <a:off x="718185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วงรี 21">
            <a:extLst>
              <a:ext uri="{FF2B5EF4-FFF2-40B4-BE49-F238E27FC236}">
                <a16:creationId xmlns:a16="http://schemas.microsoft.com/office/drawing/2014/main" id="{E7F46413-B5B5-439F-912E-D7106C47AABF}"/>
              </a:ext>
            </a:extLst>
          </p:cNvPr>
          <p:cNvSpPr>
            <a:spLocks noGrp="1"/>
          </p:cNvSpPr>
          <p:nvPr/>
        </p:nvSpPr>
        <p:spPr>
          <a:xfrm>
            <a:off x="9867900" y="3009900"/>
            <a:ext cx="876300" cy="8763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3" name="สี่เหลี่ยมผืนผ้า 22">
            <a:extLst>
              <a:ext uri="{FF2B5EF4-FFF2-40B4-BE49-F238E27FC236}">
                <a16:creationId xmlns:a16="http://schemas.microsoft.com/office/drawing/2014/main" id="{F495FDE6-9190-42FF-9C2D-696187C9A123}"/>
              </a:ext>
            </a:extLst>
          </p:cNvPr>
          <p:cNvSpPr>
            <a:spLocks noGrp="1"/>
          </p:cNvSpPr>
          <p:nvPr/>
        </p:nvSpPr>
        <p:spPr>
          <a:xfrm>
            <a:off x="986790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สี่เหลี่ยมผืนผ้า 23">
            <a:extLst>
              <a:ext uri="{FF2B5EF4-FFF2-40B4-BE49-F238E27FC236}">
                <a16:creationId xmlns:a16="http://schemas.microsoft.com/office/drawing/2014/main" id="{7E96908B-1ED2-48CA-B62C-F64E3EE86950}"/>
              </a:ext>
            </a:extLst>
          </p:cNvPr>
          <p:cNvSpPr>
            <a:spLocks noGrp="1"/>
          </p:cNvSpPr>
          <p:nvPr/>
        </p:nvSpPr>
        <p:spPr>
          <a:xfrm>
            <a:off x="941070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สี่เหลี่ยมผืนผ้า 24">
            <a:extLst>
              <a:ext uri="{FF2B5EF4-FFF2-40B4-BE49-F238E27FC236}">
                <a16:creationId xmlns:a16="http://schemas.microsoft.com/office/drawing/2014/main" id="{0640546E-6FFD-4F12-9DD2-1953C4259EDD}"/>
              </a:ext>
            </a:extLst>
          </p:cNvPr>
          <p:cNvSpPr>
            <a:spLocks noGrp="1"/>
          </p:cNvSpPr>
          <p:nvPr/>
        </p:nvSpPr>
        <p:spPr>
          <a:xfrm>
            <a:off x="933450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สี่เหลี่ยมผืนผ้า: มุมมน 25">
            <a:extLst>
              <a:ext uri="{FF2B5EF4-FFF2-40B4-BE49-F238E27FC236}">
                <a16:creationId xmlns:a16="http://schemas.microsoft.com/office/drawing/2014/main" id="{89282347-EDF4-4EF0-8787-DF0DDFB0108F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514350"/>
          </a:xfrm>
          <a:prstGeom prst="roundRect">
            <a:avLst>
              <a:gd name="adj" fmla="val 14815"/>
            </a:avLst>
          </a:prstGeom>
          <a:solidFill>
            <a:srgbClr val="E2F4F1"/>
          </a:solidFill>
          <a:ln w="0">
            <a:noFill/>
            <a:prstDash val="solid"/>
          </a:ln>
        </p:spPr>
      </p:sp>
      <p:sp>
        <p:nvSpPr>
          <p:cNvPr id="27" name="สี่เหลี่ยมผืนผ้า 26">
            <a:extLst>
              <a:ext uri="{FF2B5EF4-FFF2-40B4-BE49-F238E27FC236}">
                <a16:creationId xmlns:a16="http://schemas.microsoft.com/office/drawing/2014/main" id="{83722EF0-E408-4754-A86F-CB18FF66EDA2}"/>
              </a:ext>
            </a:extLst>
          </p:cNvPr>
          <p:cNvSpPr>
            <a:spLocks noGrp="1"/>
          </p:cNvSpPr>
          <p:nvPr/>
        </p:nvSpPr>
        <p:spPr>
          <a:xfrm>
            <a:off x="838200" y="5791200"/>
            <a:ext cx="10515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>
              <a:ext uri="{FF2B5EF4-FFF2-40B4-BE49-F238E27FC236}">
                <a16:creationId xmlns:a16="http://schemas.microsoft.com/office/drawing/2014/main" id="{8E4F7241-A439-4205-B4F9-BC6B658474C4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9" name="footer-label-3">
            <a:extLst>
              <a:ext uri="{FF2B5EF4-FFF2-40B4-BE49-F238E27FC236}">
                <a16:creationId xmlns:a16="http://schemas.microsoft.com/office/drawing/2014/main" id="{C2CB95EA-56F3-4EE3-9665-DBE9138C57FF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30" name="footer-page-3">
            <a:extLst>
              <a:ext uri="{FF2B5EF4-FFF2-40B4-BE49-F238E27FC236}">
                <a16:creationId xmlns:a16="http://schemas.microsoft.com/office/drawing/2014/main" id="{93D19D77-659B-47FA-B442-FE8A46401814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17</a:t>
            </a:r>
          </a:p>
        </p:txBody>
      </p:sp>
    </p:spTree>
    <p:extLst>
      <p:ext uri="{BB962C8B-B14F-4D97-AF65-F5344CB8AC3E}">
        <p14:creationId xmlns:p14="http://schemas.microsoft.com/office/powerpoint/2010/main" val="194747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ide-accent-4">
            <a:extLst>
              <a:ext uri="{FF2B5EF4-FFF2-40B4-BE49-F238E27FC236}">
                <a16:creationId xmlns:a16="http://schemas.microsoft.com/office/drawing/2014/main" id="{7F7BE749-2D44-4D6E-BAA1-36FDF450FE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4">
            <a:extLst>
              <a:ext uri="{FF2B5EF4-FFF2-40B4-BE49-F238E27FC236}">
                <a16:creationId xmlns:a16="http://schemas.microsoft.com/office/drawing/2014/main" id="{75CB800C-DC2E-4A02-B404-C5963F4C9B78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ผู้ใช้งานระบบ  /  สายสนับสนุน</a:t>
            </a:r>
          </a:p>
        </p:txBody>
      </p:sp>
      <p:sp>
        <p:nvSpPr>
          <p:cNvPr id="3" name="title-4">
            <a:extLst>
              <a:ext uri="{FF2B5EF4-FFF2-40B4-BE49-F238E27FC236}">
                <a16:creationId xmlns:a16="http://schemas.microsoft.com/office/drawing/2014/main" id="{A1AFF7DF-E4A1-4D6D-A15A-8E2712A395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58ED49FA-BFB7-4963-836A-87BC0C61FFF9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D43FC5F2-6125-49A9-8AEC-D539213FD20B}"/>
              </a:ext>
            </a:extLst>
          </p:cNvPr>
          <p:cNvSpPr>
            <a:spLocks noGrp="1"/>
          </p:cNvSpPr>
          <p:nvPr/>
        </p:nvSpPr>
        <p:spPr>
          <a:xfrm>
            <a:off x="1409700" y="182880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7F50AD0A-D662-4613-8DD1-7E54D97391EC}"/>
              </a:ext>
            </a:extLst>
          </p:cNvPr>
          <p:cNvSpPr>
            <a:spLocks noGrp="1"/>
          </p:cNvSpPr>
          <p:nvPr/>
        </p:nvSpPr>
        <p:spPr>
          <a:xfrm>
            <a:off x="4171950" y="1866900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632DE3BC-2F98-4892-A11B-21C3FDE6BE6E}"/>
              </a:ext>
            </a:extLst>
          </p:cNvPr>
          <p:cNvSpPr>
            <a:spLocks noGrp="1"/>
          </p:cNvSpPr>
          <p:nvPr/>
        </p:nvSpPr>
        <p:spPr>
          <a:xfrm>
            <a:off x="1409700" y="238125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32E3117C-8E4A-4CDE-9A74-DE469F72650C}"/>
              </a:ext>
            </a:extLst>
          </p:cNvPr>
          <p:cNvSpPr>
            <a:spLocks noGrp="1"/>
          </p:cNvSpPr>
          <p:nvPr/>
        </p:nvSpPr>
        <p:spPr>
          <a:xfrm>
            <a:off x="609600" y="2600325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B55366EA-DE78-46FE-9FB3-799776FB0332}"/>
              </a:ext>
            </a:extLst>
          </p:cNvPr>
          <p:cNvSpPr>
            <a:spLocks noGrp="1"/>
          </p:cNvSpPr>
          <p:nvPr/>
        </p:nvSpPr>
        <p:spPr>
          <a:xfrm>
            <a:off x="1409700" y="2562225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450DC168-C6B7-4597-A91A-B94B0B6DF8FB}"/>
              </a:ext>
            </a:extLst>
          </p:cNvPr>
          <p:cNvSpPr>
            <a:spLocks noGrp="1"/>
          </p:cNvSpPr>
          <p:nvPr/>
        </p:nvSpPr>
        <p:spPr>
          <a:xfrm>
            <a:off x="4171950" y="2600325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D319A91B-A206-42E5-91DF-6DFEA64A5DB3}"/>
              </a:ext>
            </a:extLst>
          </p:cNvPr>
          <p:cNvSpPr>
            <a:spLocks noGrp="1"/>
          </p:cNvSpPr>
          <p:nvPr/>
        </p:nvSpPr>
        <p:spPr>
          <a:xfrm>
            <a:off x="1409700" y="3114675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CF95CB8B-F437-4125-B4E0-2DB37B2B291A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EF52EA03-C3D2-4D4F-AE48-7A0B8CD57422}"/>
              </a:ext>
            </a:extLst>
          </p:cNvPr>
          <p:cNvSpPr>
            <a:spLocks noGrp="1"/>
          </p:cNvSpPr>
          <p:nvPr/>
        </p:nvSpPr>
        <p:spPr>
          <a:xfrm>
            <a:off x="1409700" y="329565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2BE658BA-F3B0-4130-9255-34905E068DAD}"/>
              </a:ext>
            </a:extLst>
          </p:cNvPr>
          <p:cNvSpPr>
            <a:spLocks noGrp="1"/>
          </p:cNvSpPr>
          <p:nvPr/>
        </p:nvSpPr>
        <p:spPr>
          <a:xfrm>
            <a:off x="4171950" y="3333750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C1FFBD40-0CFB-43AD-947D-1B6A5E62396F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77CF2850-9FC1-45BA-A46B-800BD1ACCBB9}"/>
              </a:ext>
            </a:extLst>
          </p:cNvPr>
          <p:cNvSpPr>
            <a:spLocks noGrp="1"/>
          </p:cNvSpPr>
          <p:nvPr/>
        </p:nvSpPr>
        <p:spPr>
          <a:xfrm>
            <a:off x="609600" y="4067175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71292250-62D0-470A-9269-0CF0F3A2D554}"/>
              </a:ext>
            </a:extLst>
          </p:cNvPr>
          <p:cNvSpPr>
            <a:spLocks noGrp="1"/>
          </p:cNvSpPr>
          <p:nvPr/>
        </p:nvSpPr>
        <p:spPr>
          <a:xfrm>
            <a:off x="1409700" y="4029075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1C00AA25-1A6A-46D3-9B3B-9E36DB64925D}"/>
              </a:ext>
            </a:extLst>
          </p:cNvPr>
          <p:cNvSpPr>
            <a:spLocks noGrp="1"/>
          </p:cNvSpPr>
          <p:nvPr/>
        </p:nvSpPr>
        <p:spPr>
          <a:xfrm>
            <a:off x="4171950" y="4067175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FF1D3133-2E99-489B-8172-44E80A92C05F}"/>
              </a:ext>
            </a:extLst>
          </p:cNvPr>
          <p:cNvSpPr>
            <a:spLocks noGrp="1"/>
          </p:cNvSpPr>
          <p:nvPr/>
        </p:nvSpPr>
        <p:spPr>
          <a:xfrm>
            <a:off x="1409700" y="4581525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79181FF1-DD8E-4941-8E31-3CEADF8BBD34}"/>
              </a:ext>
            </a:extLst>
          </p:cNvPr>
          <p:cNvSpPr>
            <a:spLocks noGrp="1"/>
          </p:cNvSpPr>
          <p:nvPr/>
        </p:nvSpPr>
        <p:spPr>
          <a:xfrm>
            <a:off x="609600" y="480060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38744905-6E6B-4238-881D-BA8D715E0E1E}"/>
              </a:ext>
            </a:extLst>
          </p:cNvPr>
          <p:cNvSpPr>
            <a:spLocks noGrp="1"/>
          </p:cNvSpPr>
          <p:nvPr/>
        </p:nvSpPr>
        <p:spPr>
          <a:xfrm>
            <a:off x="1409700" y="476250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สี่เหลี่ยมผืนผ้า 21">
            <a:extLst>
              <a:ext uri="{FF2B5EF4-FFF2-40B4-BE49-F238E27FC236}">
                <a16:creationId xmlns:a16="http://schemas.microsoft.com/office/drawing/2014/main" id="{F88977F9-E598-4287-B268-4D56FFF9245C}"/>
              </a:ext>
            </a:extLst>
          </p:cNvPr>
          <p:cNvSpPr>
            <a:spLocks noGrp="1"/>
          </p:cNvSpPr>
          <p:nvPr/>
        </p:nvSpPr>
        <p:spPr>
          <a:xfrm>
            <a:off x="4171950" y="4800600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สี่เหลี่ยมผืนผ้า: มุมมน 22">
            <a:extLst>
              <a:ext uri="{FF2B5EF4-FFF2-40B4-BE49-F238E27FC236}">
                <a16:creationId xmlns:a16="http://schemas.microsoft.com/office/drawing/2014/main" id="{3800FE8E-D69C-4FB7-B35E-9E3642155A9F}"/>
              </a:ext>
            </a:extLst>
          </p:cNvPr>
          <p:cNvSpPr>
            <a:spLocks noGrp="1"/>
          </p:cNvSpPr>
          <p:nvPr/>
        </p:nvSpPr>
        <p:spPr>
          <a:xfrm>
            <a:off x="609600" y="5695950"/>
            <a:ext cx="10972800" cy="476250"/>
          </a:xfrm>
          <a:prstGeom prst="roundRect">
            <a:avLst>
              <a:gd name="adj" fmla="val 16000"/>
            </a:avLst>
          </a:prstGeom>
          <a:solidFill>
            <a:srgbClr val="E2F4F1"/>
          </a:solidFill>
          <a:ln w="0">
            <a:noFill/>
            <a:prstDash val="solid"/>
          </a:ln>
        </p:spPr>
      </p:sp>
      <p:sp>
        <p:nvSpPr>
          <p:cNvPr id="24" name="สี่เหลี่ยมผืนผ้า 23">
            <a:extLst>
              <a:ext uri="{FF2B5EF4-FFF2-40B4-BE49-F238E27FC236}">
                <a16:creationId xmlns:a16="http://schemas.microsoft.com/office/drawing/2014/main" id="{71D43903-2EEF-4F10-9D4C-B372354A791B}"/>
              </a:ext>
            </a:extLst>
          </p:cNvPr>
          <p:cNvSpPr>
            <a:spLocks noGrp="1"/>
          </p:cNvSpPr>
          <p:nvPr/>
        </p:nvSpPr>
        <p:spPr>
          <a:xfrm>
            <a:off x="838200" y="5819775"/>
            <a:ext cx="10515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>
              <a:ext uri="{FF2B5EF4-FFF2-40B4-BE49-F238E27FC236}">
                <a16:creationId xmlns:a16="http://schemas.microsoft.com/office/drawing/2014/main" id="{32EFA679-8945-4138-A113-D840A3405BAB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6" name="footer-label-4">
            <a:extLst>
              <a:ext uri="{FF2B5EF4-FFF2-40B4-BE49-F238E27FC236}">
                <a16:creationId xmlns:a16="http://schemas.microsoft.com/office/drawing/2014/main" id="{320337B6-5609-4879-A39D-AC2BEAF346A7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7" name="footer-page-4">
            <a:extLst>
              <a:ext uri="{FF2B5EF4-FFF2-40B4-BE49-F238E27FC236}">
                <a16:creationId xmlns:a16="http://schemas.microsoft.com/office/drawing/2014/main" id="{EC83691A-9B79-4C3D-8B83-9B6D7B03E3B3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17</a:t>
            </a:r>
          </a:p>
        </p:txBody>
      </p:sp>
    </p:spTree>
    <p:extLst>
      <p:ext uri="{BB962C8B-B14F-4D97-AF65-F5344CB8AC3E}">
        <p14:creationId xmlns:p14="http://schemas.microsoft.com/office/powerpoint/2010/main" val="214636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ide-accent-5">
            <a:extLst>
              <a:ext uri="{FF2B5EF4-FFF2-40B4-BE49-F238E27FC236}">
                <a16:creationId xmlns:a16="http://schemas.microsoft.com/office/drawing/2014/main" id="{0DC0F2AC-B49E-4091-9364-6784DA67D2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5">
            <a:extLst>
              <a:ext uri="{FF2B5EF4-FFF2-40B4-BE49-F238E27FC236}">
                <a16:creationId xmlns:a16="http://schemas.microsoft.com/office/drawing/2014/main" id="{B16357F6-DF9E-46A1-BEED-39BAB2E65873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5">
            <a:extLst>
              <a:ext uri="{FF2B5EF4-FFF2-40B4-BE49-F238E27FC236}">
                <a16:creationId xmlns:a16="http://schemas.microsoft.com/office/drawing/2014/main" id="{56354841-5F2B-4F4A-BBD9-1DBE03F894C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7F94C44C-F143-4337-B1B4-3165A819C17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>
              <a:ext uri="{FF2B5EF4-FFF2-40B4-BE49-F238E27FC236}">
                <a16:creationId xmlns:a16="http://schemas.microsoft.com/office/drawing/2014/main" id="{B77422B2-12BF-4B57-8C89-69AE0E314E79}"/>
              </a:ext>
            </a:extLst>
          </p:cNvPr>
          <p:cNvSpPr>
            <a:spLocks noGrp="1"/>
          </p:cNvSpPr>
          <p:nvPr/>
        </p:nvSpPr>
        <p:spPr>
          <a:xfrm>
            <a:off x="1428750" y="3457575"/>
            <a:ext cx="8667750" cy="571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6" name="workflow-arrow">
            <a:extLst>
              <a:ext uri="{FF2B5EF4-FFF2-40B4-BE49-F238E27FC236}">
                <a16:creationId xmlns:a16="http://schemas.microsoft.com/office/drawing/2014/main" id="{7AA95D19-25FC-4A01-960F-FB4EF4E5F994}"/>
              </a:ext>
            </a:extLst>
          </p:cNvPr>
          <p:cNvSpPr>
            <a:spLocks noGrp="1"/>
          </p:cNvSpPr>
          <p:nvPr/>
        </p:nvSpPr>
        <p:spPr>
          <a:xfrm>
            <a:off x="9963150" y="3343275"/>
            <a:ext cx="457200" cy="266700"/>
          </a:xfrm>
          <a:prstGeom prst="rightArrow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7" name="วงรี 6">
            <a:extLst>
              <a:ext uri="{FF2B5EF4-FFF2-40B4-BE49-F238E27FC236}">
                <a16:creationId xmlns:a16="http://schemas.microsoft.com/office/drawing/2014/main" id="{1F0BF001-38D6-463B-8A2D-3051EE9E9FFF}"/>
              </a:ext>
            </a:extLst>
          </p:cNvPr>
          <p:cNvSpPr>
            <a:spLocks noGrp="1"/>
          </p:cNvSpPr>
          <p:nvPr/>
        </p:nvSpPr>
        <p:spPr>
          <a:xfrm>
            <a:off x="876300" y="3105150"/>
            <a:ext cx="742950" cy="7429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AF383574-C93D-4F12-8D07-A36E34A08050}"/>
              </a:ext>
            </a:extLst>
          </p:cNvPr>
          <p:cNvSpPr>
            <a:spLocks noGrp="1"/>
          </p:cNvSpPr>
          <p:nvPr/>
        </p:nvSpPr>
        <p:spPr>
          <a:xfrm>
            <a:off x="8763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4B50D694-1622-4E8D-A792-49E22018A29D}"/>
              </a:ext>
            </a:extLst>
          </p:cNvPr>
          <p:cNvSpPr>
            <a:spLocks noGrp="1"/>
          </p:cNvSpPr>
          <p:nvPr/>
        </p:nvSpPr>
        <p:spPr>
          <a:xfrm>
            <a:off x="5143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4377B0BD-FB10-414C-B7D7-E0A9EC929553}"/>
              </a:ext>
            </a:extLst>
          </p:cNvPr>
          <p:cNvSpPr>
            <a:spLocks noGrp="1"/>
          </p:cNvSpPr>
          <p:nvPr/>
        </p:nvSpPr>
        <p:spPr>
          <a:xfrm>
            <a:off x="4191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วงรี 10">
            <a:extLst>
              <a:ext uri="{FF2B5EF4-FFF2-40B4-BE49-F238E27FC236}">
                <a16:creationId xmlns:a16="http://schemas.microsoft.com/office/drawing/2014/main" id="{BA8CD116-192D-44D9-84F9-DFDFEF251047}"/>
              </a:ext>
            </a:extLst>
          </p:cNvPr>
          <p:cNvSpPr>
            <a:spLocks noGrp="1"/>
          </p:cNvSpPr>
          <p:nvPr/>
        </p:nvSpPr>
        <p:spPr>
          <a:xfrm>
            <a:off x="3009900" y="3105150"/>
            <a:ext cx="742950" cy="7429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871CD9F7-1CAE-4054-9C50-68AAD8A55691}"/>
              </a:ext>
            </a:extLst>
          </p:cNvPr>
          <p:cNvSpPr>
            <a:spLocks noGrp="1"/>
          </p:cNvSpPr>
          <p:nvPr/>
        </p:nvSpPr>
        <p:spPr>
          <a:xfrm>
            <a:off x="30099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A36B6056-EDAB-4D4A-9D66-D6814C27DD9A}"/>
              </a:ext>
            </a:extLst>
          </p:cNvPr>
          <p:cNvSpPr>
            <a:spLocks noGrp="1"/>
          </p:cNvSpPr>
          <p:nvPr/>
        </p:nvSpPr>
        <p:spPr>
          <a:xfrm>
            <a:off x="26479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4DE548C3-ABFB-4CF3-BEEF-8EC6CB75A3B0}"/>
              </a:ext>
            </a:extLst>
          </p:cNvPr>
          <p:cNvSpPr>
            <a:spLocks noGrp="1"/>
          </p:cNvSpPr>
          <p:nvPr/>
        </p:nvSpPr>
        <p:spPr>
          <a:xfrm>
            <a:off x="25527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วงรี 14">
            <a:extLst>
              <a:ext uri="{FF2B5EF4-FFF2-40B4-BE49-F238E27FC236}">
                <a16:creationId xmlns:a16="http://schemas.microsoft.com/office/drawing/2014/main" id="{9BFA305E-2FCA-46A8-81CD-04E5797E4253}"/>
              </a:ext>
            </a:extLst>
          </p:cNvPr>
          <p:cNvSpPr>
            <a:spLocks noGrp="1"/>
          </p:cNvSpPr>
          <p:nvPr/>
        </p:nvSpPr>
        <p:spPr>
          <a:xfrm>
            <a:off x="5143500" y="3105150"/>
            <a:ext cx="742950" cy="7429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8DEABDC4-C272-4D66-B3D6-ABB3365475F3}"/>
              </a:ext>
            </a:extLst>
          </p:cNvPr>
          <p:cNvSpPr>
            <a:spLocks noGrp="1"/>
          </p:cNvSpPr>
          <p:nvPr/>
        </p:nvSpPr>
        <p:spPr>
          <a:xfrm>
            <a:off x="51435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E2DF87F0-BB34-4B75-85E2-0F28724B493C}"/>
              </a:ext>
            </a:extLst>
          </p:cNvPr>
          <p:cNvSpPr>
            <a:spLocks noGrp="1"/>
          </p:cNvSpPr>
          <p:nvPr/>
        </p:nvSpPr>
        <p:spPr>
          <a:xfrm>
            <a:off x="4686300" y="4095750"/>
            <a:ext cx="1771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4599B5C9-85A0-4EBE-859C-A190D5054758}"/>
              </a:ext>
            </a:extLst>
          </p:cNvPr>
          <p:cNvSpPr>
            <a:spLocks noGrp="1"/>
          </p:cNvSpPr>
          <p:nvPr/>
        </p:nvSpPr>
        <p:spPr>
          <a:xfrm>
            <a:off x="46863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วงรี 18">
            <a:extLst>
              <a:ext uri="{FF2B5EF4-FFF2-40B4-BE49-F238E27FC236}">
                <a16:creationId xmlns:a16="http://schemas.microsoft.com/office/drawing/2014/main" id="{5A17FD8F-A0B7-46B6-B890-9B8A0FD49298}"/>
              </a:ext>
            </a:extLst>
          </p:cNvPr>
          <p:cNvSpPr>
            <a:spLocks noGrp="1"/>
          </p:cNvSpPr>
          <p:nvPr/>
        </p:nvSpPr>
        <p:spPr>
          <a:xfrm>
            <a:off x="7277100" y="3105150"/>
            <a:ext cx="742950" cy="7429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4B59B87C-FF2B-485D-BC62-8AC694AAB682}"/>
              </a:ext>
            </a:extLst>
          </p:cNvPr>
          <p:cNvSpPr>
            <a:spLocks noGrp="1"/>
          </p:cNvSpPr>
          <p:nvPr/>
        </p:nvSpPr>
        <p:spPr>
          <a:xfrm>
            <a:off x="72771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313B78CD-DCFB-4CF8-A57C-3D03A3478AC0}"/>
              </a:ext>
            </a:extLst>
          </p:cNvPr>
          <p:cNvSpPr>
            <a:spLocks noGrp="1"/>
          </p:cNvSpPr>
          <p:nvPr/>
        </p:nvSpPr>
        <p:spPr>
          <a:xfrm>
            <a:off x="69151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สี่เหลี่ยมผืนผ้า 21">
            <a:extLst>
              <a:ext uri="{FF2B5EF4-FFF2-40B4-BE49-F238E27FC236}">
                <a16:creationId xmlns:a16="http://schemas.microsoft.com/office/drawing/2014/main" id="{A3B4EB39-AA9E-4458-900A-258013F98605}"/>
              </a:ext>
            </a:extLst>
          </p:cNvPr>
          <p:cNvSpPr>
            <a:spLocks noGrp="1"/>
          </p:cNvSpPr>
          <p:nvPr/>
        </p:nvSpPr>
        <p:spPr>
          <a:xfrm>
            <a:off x="68199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วงรี 22">
            <a:extLst>
              <a:ext uri="{FF2B5EF4-FFF2-40B4-BE49-F238E27FC236}">
                <a16:creationId xmlns:a16="http://schemas.microsoft.com/office/drawing/2014/main" id="{D423794A-821D-4765-B2C0-F74A24ED0D37}"/>
              </a:ext>
            </a:extLst>
          </p:cNvPr>
          <p:cNvSpPr>
            <a:spLocks noGrp="1"/>
          </p:cNvSpPr>
          <p:nvPr/>
        </p:nvSpPr>
        <p:spPr>
          <a:xfrm>
            <a:off x="9410700" y="3105150"/>
            <a:ext cx="742950" cy="74295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24" name="สี่เหลี่ยมผืนผ้า 23">
            <a:extLst>
              <a:ext uri="{FF2B5EF4-FFF2-40B4-BE49-F238E27FC236}">
                <a16:creationId xmlns:a16="http://schemas.microsoft.com/office/drawing/2014/main" id="{82AB6395-2426-4597-A953-76AE8FAECDC3}"/>
              </a:ext>
            </a:extLst>
          </p:cNvPr>
          <p:cNvSpPr>
            <a:spLocks noGrp="1"/>
          </p:cNvSpPr>
          <p:nvPr/>
        </p:nvSpPr>
        <p:spPr>
          <a:xfrm>
            <a:off x="94107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สี่เหลี่ยมผืนผ้า 24">
            <a:extLst>
              <a:ext uri="{FF2B5EF4-FFF2-40B4-BE49-F238E27FC236}">
                <a16:creationId xmlns:a16="http://schemas.microsoft.com/office/drawing/2014/main" id="{4C3FF9DC-B6F8-48C4-AA9E-3DD8C112C7A1}"/>
              </a:ext>
            </a:extLst>
          </p:cNvPr>
          <p:cNvSpPr>
            <a:spLocks noGrp="1"/>
          </p:cNvSpPr>
          <p:nvPr/>
        </p:nvSpPr>
        <p:spPr>
          <a:xfrm>
            <a:off x="90487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สี่เหลี่ยมผืนผ้า 25">
            <a:extLst>
              <a:ext uri="{FF2B5EF4-FFF2-40B4-BE49-F238E27FC236}">
                <a16:creationId xmlns:a16="http://schemas.microsoft.com/office/drawing/2014/main" id="{2CF8611D-2E28-4D89-9C54-6A329DBB9DE7}"/>
              </a:ext>
            </a:extLst>
          </p:cNvPr>
          <p:cNvSpPr>
            <a:spLocks noGrp="1"/>
          </p:cNvSpPr>
          <p:nvPr/>
        </p:nvSpPr>
        <p:spPr>
          <a:xfrm>
            <a:off x="89535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สี่เหลี่ยมผืนผ้า 26">
            <a:extLst>
              <a:ext uri="{FF2B5EF4-FFF2-40B4-BE49-F238E27FC236}">
                <a16:creationId xmlns:a16="http://schemas.microsoft.com/office/drawing/2014/main" id="{92D08F8E-DD16-45A0-B1C2-B9D3BEB1D5E5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>
              <a:ext uri="{FF2B5EF4-FFF2-40B4-BE49-F238E27FC236}">
                <a16:creationId xmlns:a16="http://schemas.microsoft.com/office/drawing/2014/main" id="{C0FD3E7C-BDE6-45F2-8B23-E0FFBCA0F13E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9" name="footer-label-5">
            <a:extLst>
              <a:ext uri="{FF2B5EF4-FFF2-40B4-BE49-F238E27FC236}">
                <a16:creationId xmlns:a16="http://schemas.microsoft.com/office/drawing/2014/main" id="{594E23B4-DCEB-4B28-AB83-49394F59327E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30" name="footer-page-5">
            <a:extLst>
              <a:ext uri="{FF2B5EF4-FFF2-40B4-BE49-F238E27FC236}">
                <a16:creationId xmlns:a16="http://schemas.microsoft.com/office/drawing/2014/main" id="{07186762-AC81-4BF6-B7FD-B358471F331D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17</a:t>
            </a:r>
          </a:p>
        </p:txBody>
      </p:sp>
    </p:spTree>
    <p:extLst>
      <p:ext uri="{BB962C8B-B14F-4D97-AF65-F5344CB8AC3E}">
        <p14:creationId xmlns:p14="http://schemas.microsoft.com/office/powerpoint/2010/main" val="93766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ide-accent-6">
            <a:extLst>
              <a:ext uri="{FF2B5EF4-FFF2-40B4-BE49-F238E27FC236}">
                <a16:creationId xmlns:a16="http://schemas.microsoft.com/office/drawing/2014/main" id="{A1AE036C-ACA9-4CAD-8284-8FDDFEE5D6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6">
            <a:extLst>
              <a:ext uri="{FF2B5EF4-FFF2-40B4-BE49-F238E27FC236}">
                <a16:creationId xmlns:a16="http://schemas.microsoft.com/office/drawing/2014/main" id="{8304809A-CD02-47A6-846F-9ECEB23CA70E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6">
            <a:extLst>
              <a:ext uri="{FF2B5EF4-FFF2-40B4-BE49-F238E27FC236}">
                <a16:creationId xmlns:a16="http://schemas.microsoft.com/office/drawing/2014/main" id="{3C9D46E1-8BEC-4FDA-8BFC-C0D78B0AFF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AE0BE184-3967-42AA-9731-42CFB7DD2F84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609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ผู้รับการประเมินกรอกผลกิจกรรมและแนบหลักฐานให้ครบ เพื่อให้ผู้ประเมินตรวจข้อมูลได้ชัดเจน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203926E8-CCDF-4DF9-B2F6-1C283306EE03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1D12A7AC-107C-48FD-AF41-3C880F29D570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BD018E42-BA20-4EE4-B7A9-26944D33733A}"/>
              </a:ext>
            </a:extLst>
          </p:cNvPr>
          <p:cNvSpPr>
            <a:spLocks noGrp="1"/>
          </p:cNvSpPr>
          <p:nvPr/>
        </p:nvSpPr>
        <p:spPr>
          <a:xfrm>
            <a:off x="609600" y="4191000"/>
            <a:ext cx="3028950" cy="28575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99963F66-D187-49FE-AE98-C6C7E504A732}"/>
              </a:ext>
            </a:extLst>
          </p:cNvPr>
          <p:cNvSpPr>
            <a:spLocks noGrp="1"/>
          </p:cNvSpPr>
          <p:nvPr/>
        </p:nvSpPr>
        <p:spPr>
          <a:xfrm>
            <a:off x="60960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</a:t>
            </a: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 ผลที่ทำได้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ED0BAA85-A82A-4F3C-854F-3F4A7A620B8E}"/>
              </a:ext>
            </a:extLst>
          </p:cNvPr>
          <p:cNvSpPr>
            <a:spLocks noGrp="1"/>
          </p:cNvSpPr>
          <p:nvPr/>
        </p:nvSpPr>
        <p:spPr>
          <a:xfrm>
            <a:off x="424815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DF78B61E-61B4-4A62-8FDF-FCD04A8F5D50}"/>
              </a:ext>
            </a:extLst>
          </p:cNvPr>
          <p:cNvSpPr>
            <a:spLocks noGrp="1"/>
          </p:cNvSpPr>
          <p:nvPr/>
        </p:nvSpPr>
        <p:spPr>
          <a:xfrm>
            <a:off x="424815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9785D6AB-09CD-4B07-ADAC-866BAF7E29AB}"/>
              </a:ext>
            </a:extLst>
          </p:cNvPr>
          <p:cNvSpPr>
            <a:spLocks noGrp="1"/>
          </p:cNvSpPr>
          <p:nvPr/>
        </p:nvSpPr>
        <p:spPr>
          <a:xfrm>
            <a:off x="4248150" y="4191000"/>
            <a:ext cx="3028950" cy="28575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45BECEF3-C714-4FC5-930C-64C437374C70}"/>
              </a:ext>
            </a:extLst>
          </p:cNvPr>
          <p:cNvSpPr>
            <a:spLocks noGrp="1"/>
          </p:cNvSpPr>
          <p:nvPr/>
        </p:nvSpPr>
        <p:spPr>
          <a:xfrm>
            <a:off x="424815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1A306169-3B94-4950-911E-FA641361A020}"/>
              </a:ext>
            </a:extLst>
          </p:cNvPr>
          <p:cNvSpPr>
            <a:spLocks noGrp="1"/>
          </p:cNvSpPr>
          <p:nvPr/>
        </p:nvSpPr>
        <p:spPr>
          <a:xfrm>
            <a:off x="788670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426A822B-3F1A-4D48-9C9D-FEB85F715FEE}"/>
              </a:ext>
            </a:extLst>
          </p:cNvPr>
          <p:cNvSpPr>
            <a:spLocks noGrp="1"/>
          </p:cNvSpPr>
          <p:nvPr/>
        </p:nvSpPr>
        <p:spPr>
          <a:xfrm>
            <a:off x="788670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CE0B9CB5-A658-46E0-838B-C17BC5500757}"/>
              </a:ext>
            </a:extLst>
          </p:cNvPr>
          <p:cNvSpPr>
            <a:spLocks noGrp="1"/>
          </p:cNvSpPr>
          <p:nvPr/>
        </p:nvSpPr>
        <p:spPr>
          <a:xfrm>
            <a:off x="7886700" y="4191000"/>
            <a:ext cx="3028950" cy="28575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8C819424-4CFC-451F-B586-F60352A0C9FD}"/>
              </a:ext>
            </a:extLst>
          </p:cNvPr>
          <p:cNvSpPr>
            <a:spLocks noGrp="1"/>
          </p:cNvSpPr>
          <p:nvPr/>
        </p:nvSpPr>
        <p:spPr>
          <a:xfrm>
            <a:off x="788670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สี่เหลี่ยมผืนผ้า: มุมมน 16">
            <a:extLst>
              <a:ext uri="{FF2B5EF4-FFF2-40B4-BE49-F238E27FC236}">
                <a16:creationId xmlns:a16="http://schemas.microsoft.com/office/drawing/2014/main" id="{D2DCC319-9D15-43BB-97E4-C1B3876C76B6}"/>
              </a:ext>
            </a:extLst>
          </p:cNvPr>
          <p:cNvSpPr>
            <a:spLocks noGrp="1"/>
          </p:cNvSpPr>
          <p:nvPr/>
        </p:nvSpPr>
        <p:spPr>
          <a:xfrm>
            <a:off x="8572500" y="1866900"/>
            <a:ext cx="3009900" cy="781050"/>
          </a:xfrm>
          <a:prstGeom prst="roundRect">
            <a:avLst>
              <a:gd name="adj" fmla="val 9756"/>
            </a:avLst>
          </a:prstGeom>
          <a:solidFill>
            <a:srgbClr val="E2F4F1"/>
          </a:solidFill>
          <a:ln w="0">
            <a:noFill/>
            <a:prstDash val="solid"/>
          </a:ln>
        </p:spPr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D5BBE6A8-E276-47EC-9A87-8DFCC2650F16}"/>
              </a:ext>
            </a:extLst>
          </p:cNvPr>
          <p:cNvSpPr>
            <a:spLocks noGrp="1"/>
          </p:cNvSpPr>
          <p:nvPr/>
        </p:nvSpPr>
        <p:spPr>
          <a:xfrm>
            <a:off x="8839200" y="1990725"/>
            <a:ext cx="2476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>
              <a:ext uri="{FF2B5EF4-FFF2-40B4-BE49-F238E27FC236}">
                <a16:creationId xmlns:a16="http://schemas.microsoft.com/office/drawing/2014/main" id="{B01FAF1D-91C3-42B9-8CCE-60C42C852E54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0" name="footer-label-6">
            <a:extLst>
              <a:ext uri="{FF2B5EF4-FFF2-40B4-BE49-F238E27FC236}">
                <a16:creationId xmlns:a16="http://schemas.microsoft.com/office/drawing/2014/main" id="{98579BD4-61A6-4A5E-95F4-7696702544FC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1" name="footer-page-6">
            <a:extLst>
              <a:ext uri="{FF2B5EF4-FFF2-40B4-BE49-F238E27FC236}">
                <a16:creationId xmlns:a16="http://schemas.microsoft.com/office/drawing/2014/main" id="{AFFA684A-FF2B-44BB-9418-62C313CEB55F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17</a:t>
            </a:r>
          </a:p>
        </p:txBody>
      </p:sp>
    </p:spTree>
    <p:extLst>
      <p:ext uri="{BB962C8B-B14F-4D97-AF65-F5344CB8AC3E}">
        <p14:creationId xmlns:p14="http://schemas.microsoft.com/office/powerpoint/2010/main" val="676576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ide-accent-7">
            <a:extLst>
              <a:ext uri="{FF2B5EF4-FFF2-40B4-BE49-F238E27FC236}">
                <a16:creationId xmlns:a16="http://schemas.microsoft.com/office/drawing/2014/main" id="{52BC6031-174B-4454-9CCA-B973FEEF29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7">
            <a:extLst>
              <a:ext uri="{FF2B5EF4-FFF2-40B4-BE49-F238E27FC236}">
                <a16:creationId xmlns:a16="http://schemas.microsoft.com/office/drawing/2014/main" id="{24848742-C3C7-4104-98D3-04B9EE73E982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7">
            <a:extLst>
              <a:ext uri="{FF2B5EF4-FFF2-40B4-BE49-F238E27FC236}">
                <a16:creationId xmlns:a16="http://schemas.microsoft.com/office/drawing/2014/main" id="{714AB7E9-7B7C-4705-8E59-7A821B045F5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45D2B11E-B7EF-4CDE-8F0B-7A71A1CB615A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5334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วงรี 4">
            <a:extLst>
              <a:ext uri="{FF2B5EF4-FFF2-40B4-BE49-F238E27FC236}">
                <a16:creationId xmlns:a16="http://schemas.microsoft.com/office/drawing/2014/main" id="{363A165D-6A74-43C0-B0A6-0F5A661D9705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457200" cy="4572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AD9E4B1A-D54B-490E-866A-02DD538627C9}"/>
              </a:ext>
            </a:extLst>
          </p:cNvPr>
          <p:cNvSpPr>
            <a:spLocks noGrp="1"/>
          </p:cNvSpPr>
          <p:nvPr/>
        </p:nvSpPr>
        <p:spPr>
          <a:xfrm>
            <a:off x="609600" y="2733675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0736F2B8-4522-4F09-A482-10C8A80739B5}"/>
              </a:ext>
            </a:extLst>
          </p:cNvPr>
          <p:cNvSpPr>
            <a:spLocks noGrp="1"/>
          </p:cNvSpPr>
          <p:nvPr/>
        </p:nvSpPr>
        <p:spPr>
          <a:xfrm>
            <a:off x="1333500" y="26289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A3D34E56-BEFB-44C6-9C76-087B3BE3E287}"/>
              </a:ext>
            </a:extLst>
          </p:cNvPr>
          <p:cNvSpPr>
            <a:spLocks noGrp="1"/>
          </p:cNvSpPr>
          <p:nvPr/>
        </p:nvSpPr>
        <p:spPr>
          <a:xfrm>
            <a:off x="3162300" y="2667000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8C4AB2D2-90AA-42B4-900F-BB21A86D5D50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6DAEAB2C-F74E-4C22-A646-038D6587045C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7DA7FAE9-0BD9-4BC7-B90A-EC0DB3543CAB}"/>
              </a:ext>
            </a:extLst>
          </p:cNvPr>
          <p:cNvSpPr>
            <a:spLocks noGrp="1"/>
          </p:cNvSpPr>
          <p:nvPr/>
        </p:nvSpPr>
        <p:spPr>
          <a:xfrm>
            <a:off x="1333500" y="36957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A39776FD-948F-4127-8641-F73E3C156B73}"/>
              </a:ext>
            </a:extLst>
          </p:cNvPr>
          <p:cNvSpPr>
            <a:spLocks noGrp="1"/>
          </p:cNvSpPr>
          <p:nvPr/>
        </p:nvSpPr>
        <p:spPr>
          <a:xfrm>
            <a:off x="3162300" y="3752311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วงรี 12">
            <a:extLst>
              <a:ext uri="{FF2B5EF4-FFF2-40B4-BE49-F238E27FC236}">
                <a16:creationId xmlns:a16="http://schemas.microsoft.com/office/drawing/2014/main" id="{B8F48984-D49C-4705-8A48-EDD663A559D7}"/>
              </a:ext>
            </a:extLst>
          </p:cNvPr>
          <p:cNvSpPr>
            <a:spLocks noGrp="1"/>
          </p:cNvSpPr>
          <p:nvPr/>
        </p:nvSpPr>
        <p:spPr>
          <a:xfrm>
            <a:off x="609600" y="4800600"/>
            <a:ext cx="457200" cy="4572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8A351BE5-F01D-4B3D-8F95-E566A8321DA0}"/>
              </a:ext>
            </a:extLst>
          </p:cNvPr>
          <p:cNvSpPr>
            <a:spLocks noGrp="1"/>
          </p:cNvSpPr>
          <p:nvPr/>
        </p:nvSpPr>
        <p:spPr>
          <a:xfrm>
            <a:off x="609600" y="4867275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5AAACF0D-DE27-4048-90CF-4A6BB80456A8}"/>
              </a:ext>
            </a:extLst>
          </p:cNvPr>
          <p:cNvSpPr>
            <a:spLocks noGrp="1"/>
          </p:cNvSpPr>
          <p:nvPr/>
        </p:nvSpPr>
        <p:spPr>
          <a:xfrm>
            <a:off x="1333500" y="47625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71DE457F-4F7A-46B7-A23B-1F64108FF6F1}"/>
              </a:ext>
            </a:extLst>
          </p:cNvPr>
          <p:cNvSpPr>
            <a:spLocks noGrp="1"/>
          </p:cNvSpPr>
          <p:nvPr/>
        </p:nvSpPr>
        <p:spPr>
          <a:xfrm>
            <a:off x="3076575" y="4810125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25" name="footer-rule-7">
            <a:extLst>
              <a:ext uri="{FF2B5EF4-FFF2-40B4-BE49-F238E27FC236}">
                <a16:creationId xmlns:a16="http://schemas.microsoft.com/office/drawing/2014/main" id="{C49CC83C-4889-4B50-8D67-237DE67C10D6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6" name="footer-label-7">
            <a:extLst>
              <a:ext uri="{FF2B5EF4-FFF2-40B4-BE49-F238E27FC236}">
                <a16:creationId xmlns:a16="http://schemas.microsoft.com/office/drawing/2014/main" id="{15278ACB-91FB-42AA-BDB9-A3630B9263CC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7" name="footer-page-7">
            <a:extLst>
              <a:ext uri="{FF2B5EF4-FFF2-40B4-BE49-F238E27FC236}">
                <a16:creationId xmlns:a16="http://schemas.microsoft.com/office/drawing/2014/main" id="{16CF1C9A-2E8D-4F11-A9D6-9DFC6B77F84E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17</a:t>
            </a:r>
          </a:p>
        </p:txBody>
      </p:sp>
      <p:pic>
        <p:nvPicPr>
          <p:cNvPr id="49" name="รูปภาพ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447766"/>
            <a:ext cx="6012611" cy="3352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164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ide-accent-8">
            <a:extLst>
              <a:ext uri="{FF2B5EF4-FFF2-40B4-BE49-F238E27FC236}">
                <a16:creationId xmlns:a16="http://schemas.microsoft.com/office/drawing/2014/main" id="{C45A2B73-7757-46CA-B23F-2F3D6F7FCD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8">
            <a:extLst>
              <a:ext uri="{FF2B5EF4-FFF2-40B4-BE49-F238E27FC236}">
                <a16:creationId xmlns:a16="http://schemas.microsoft.com/office/drawing/2014/main" id="{475CB63E-DED2-4E55-8608-900C7C403E23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8">
            <a:extLst>
              <a:ext uri="{FF2B5EF4-FFF2-40B4-BE49-F238E27FC236}">
                <a16:creationId xmlns:a16="http://schemas.microsoft.com/office/drawing/2014/main" id="{95E5763B-20AD-4B2B-AF30-923F28743C9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AA62E4CB-E141-4217-AE8D-7E0996632CC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685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1738D66E-7FA6-4210-88CB-D0DE28AC2B9E}"/>
              </a:ext>
            </a:extLst>
          </p:cNvPr>
          <p:cNvSpPr>
            <a:spLocks noGrp="1"/>
          </p:cNvSpPr>
          <p:nvPr/>
        </p:nvSpPr>
        <p:spPr>
          <a:xfrm>
            <a:off x="1771650" y="3505200"/>
            <a:ext cx="7696200" cy="476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6" name="วงรี 5">
            <a:extLst>
              <a:ext uri="{FF2B5EF4-FFF2-40B4-BE49-F238E27FC236}">
                <a16:creationId xmlns:a16="http://schemas.microsoft.com/office/drawing/2014/main" id="{C794B427-DB16-4D22-A086-6A2F248DBCB7}"/>
              </a:ext>
            </a:extLst>
          </p:cNvPr>
          <p:cNvSpPr>
            <a:spLocks noGrp="1"/>
          </p:cNvSpPr>
          <p:nvPr/>
        </p:nvSpPr>
        <p:spPr>
          <a:xfrm>
            <a:off x="1600200" y="3009900"/>
            <a:ext cx="1028700" cy="10287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C9187DF2-3521-4B75-A8C1-89995C14C625}"/>
              </a:ext>
            </a:extLst>
          </p:cNvPr>
          <p:cNvSpPr>
            <a:spLocks noGrp="1"/>
          </p:cNvSpPr>
          <p:nvPr/>
        </p:nvSpPr>
        <p:spPr>
          <a:xfrm>
            <a:off x="1600200" y="3295650"/>
            <a:ext cx="1028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CA9473E8-7092-4E11-B508-FD5380419735}"/>
              </a:ext>
            </a:extLst>
          </p:cNvPr>
          <p:cNvSpPr>
            <a:spLocks noGrp="1"/>
          </p:cNvSpPr>
          <p:nvPr/>
        </p:nvSpPr>
        <p:spPr>
          <a:xfrm>
            <a:off x="819150" y="430530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AFBE3196-8E64-448E-8009-067A8B474564}"/>
              </a:ext>
            </a:extLst>
          </p:cNvPr>
          <p:cNvSpPr>
            <a:spLocks noGrp="1"/>
          </p:cNvSpPr>
          <p:nvPr/>
        </p:nvSpPr>
        <p:spPr>
          <a:xfrm>
            <a:off x="857250" y="4800600"/>
            <a:ext cx="25146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วงรี 9">
            <a:extLst>
              <a:ext uri="{FF2B5EF4-FFF2-40B4-BE49-F238E27FC236}">
                <a16:creationId xmlns:a16="http://schemas.microsoft.com/office/drawing/2014/main" id="{8E94E997-96DB-4F19-9287-B297DDBFF272}"/>
              </a:ext>
            </a:extLst>
          </p:cNvPr>
          <p:cNvSpPr>
            <a:spLocks noGrp="1"/>
          </p:cNvSpPr>
          <p:nvPr/>
        </p:nvSpPr>
        <p:spPr>
          <a:xfrm>
            <a:off x="4457700" y="3009900"/>
            <a:ext cx="1028700" cy="10287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F31A0785-7E19-4C3D-BAAB-6E90B2E08D32}"/>
              </a:ext>
            </a:extLst>
          </p:cNvPr>
          <p:cNvSpPr>
            <a:spLocks noGrp="1"/>
          </p:cNvSpPr>
          <p:nvPr/>
        </p:nvSpPr>
        <p:spPr>
          <a:xfrm>
            <a:off x="4457700" y="3295650"/>
            <a:ext cx="1028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0A4824C3-9FD2-4A63-9396-49BD7FF9F9C9}"/>
              </a:ext>
            </a:extLst>
          </p:cNvPr>
          <p:cNvSpPr>
            <a:spLocks noGrp="1"/>
          </p:cNvSpPr>
          <p:nvPr/>
        </p:nvSpPr>
        <p:spPr>
          <a:xfrm>
            <a:off x="3676650" y="430530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74D162F1-F821-4F51-8D0F-1EEE4FC26D75}"/>
              </a:ext>
            </a:extLst>
          </p:cNvPr>
          <p:cNvSpPr>
            <a:spLocks noGrp="1"/>
          </p:cNvSpPr>
          <p:nvPr/>
        </p:nvSpPr>
        <p:spPr>
          <a:xfrm>
            <a:off x="3714750" y="4800600"/>
            <a:ext cx="25146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วงรี 13">
            <a:extLst>
              <a:ext uri="{FF2B5EF4-FFF2-40B4-BE49-F238E27FC236}">
                <a16:creationId xmlns:a16="http://schemas.microsoft.com/office/drawing/2014/main" id="{796DF0FA-4B0E-4B3C-89D9-350B8A87D72C}"/>
              </a:ext>
            </a:extLst>
          </p:cNvPr>
          <p:cNvSpPr>
            <a:spLocks noGrp="1"/>
          </p:cNvSpPr>
          <p:nvPr/>
        </p:nvSpPr>
        <p:spPr>
          <a:xfrm>
            <a:off x="7315200" y="3009900"/>
            <a:ext cx="1028700" cy="10287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4E1CA40E-320C-44C7-AA21-27424B8FFFF0}"/>
              </a:ext>
            </a:extLst>
          </p:cNvPr>
          <p:cNvSpPr>
            <a:spLocks noGrp="1"/>
          </p:cNvSpPr>
          <p:nvPr/>
        </p:nvSpPr>
        <p:spPr>
          <a:xfrm>
            <a:off x="7315200" y="3295650"/>
            <a:ext cx="1028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384210A4-29BB-45D3-B5FB-261D71D45FA3}"/>
              </a:ext>
            </a:extLst>
          </p:cNvPr>
          <p:cNvSpPr>
            <a:spLocks noGrp="1"/>
          </p:cNvSpPr>
          <p:nvPr/>
        </p:nvSpPr>
        <p:spPr>
          <a:xfrm>
            <a:off x="6534150" y="430530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F30D33E3-4FC4-4191-8538-C2A311388EB5}"/>
              </a:ext>
            </a:extLst>
          </p:cNvPr>
          <p:cNvSpPr>
            <a:spLocks noGrp="1"/>
          </p:cNvSpPr>
          <p:nvPr/>
        </p:nvSpPr>
        <p:spPr>
          <a:xfrm>
            <a:off x="6572250" y="4800600"/>
            <a:ext cx="25146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วงรี 17">
            <a:extLst>
              <a:ext uri="{FF2B5EF4-FFF2-40B4-BE49-F238E27FC236}">
                <a16:creationId xmlns:a16="http://schemas.microsoft.com/office/drawing/2014/main" id="{224D8BC8-5BB7-4151-B64E-E98431223EB1}"/>
              </a:ext>
            </a:extLst>
          </p:cNvPr>
          <p:cNvSpPr>
            <a:spLocks noGrp="1"/>
          </p:cNvSpPr>
          <p:nvPr/>
        </p:nvSpPr>
        <p:spPr>
          <a:xfrm>
            <a:off x="10172700" y="3009900"/>
            <a:ext cx="1028700" cy="10287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381768EE-7664-43E6-BA06-4ABC04367843}"/>
              </a:ext>
            </a:extLst>
          </p:cNvPr>
          <p:cNvSpPr>
            <a:spLocks noGrp="1"/>
          </p:cNvSpPr>
          <p:nvPr/>
        </p:nvSpPr>
        <p:spPr>
          <a:xfrm>
            <a:off x="10172700" y="3295650"/>
            <a:ext cx="1028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1D294605-A98E-43AC-A2A2-B22ECE2FED80}"/>
              </a:ext>
            </a:extLst>
          </p:cNvPr>
          <p:cNvSpPr>
            <a:spLocks noGrp="1"/>
          </p:cNvSpPr>
          <p:nvPr/>
        </p:nvSpPr>
        <p:spPr>
          <a:xfrm>
            <a:off x="9391650" y="430530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E34BFF4E-E83A-47D2-831B-3736E848045B}"/>
              </a:ext>
            </a:extLst>
          </p:cNvPr>
          <p:cNvSpPr>
            <a:spLocks noGrp="1"/>
          </p:cNvSpPr>
          <p:nvPr/>
        </p:nvSpPr>
        <p:spPr>
          <a:xfrm>
            <a:off x="9429750" y="4800600"/>
            <a:ext cx="25146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สี่เหลี่ยมผืนผ้า 21">
            <a:extLst>
              <a:ext uri="{FF2B5EF4-FFF2-40B4-BE49-F238E27FC236}">
                <a16:creationId xmlns:a16="http://schemas.microsoft.com/office/drawing/2014/main" id="{DC8DADB9-32B9-44D9-9372-E3865B1C7C87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8">
            <a:extLst>
              <a:ext uri="{FF2B5EF4-FFF2-40B4-BE49-F238E27FC236}">
                <a16:creationId xmlns:a16="http://schemas.microsoft.com/office/drawing/2014/main" id="{4D5E70E4-A7B4-47AD-ADF6-7661704FE307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4" name="footer-label-8">
            <a:extLst>
              <a:ext uri="{FF2B5EF4-FFF2-40B4-BE49-F238E27FC236}">
                <a16:creationId xmlns:a16="http://schemas.microsoft.com/office/drawing/2014/main" id="{E2BFF958-A2E7-4663-ACF9-EEFA725FAA9A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5" name="footer-page-8">
            <a:extLst>
              <a:ext uri="{FF2B5EF4-FFF2-40B4-BE49-F238E27FC236}">
                <a16:creationId xmlns:a16="http://schemas.microsoft.com/office/drawing/2014/main" id="{CBF4551B-97B3-4674-82DE-43F4E5185750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17</a:t>
            </a:r>
          </a:p>
        </p:txBody>
      </p:sp>
    </p:spTree>
    <p:extLst>
      <p:ext uri="{BB962C8B-B14F-4D97-AF65-F5344CB8AC3E}">
        <p14:creationId xmlns:p14="http://schemas.microsoft.com/office/powerpoint/2010/main" val="12890668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ide-accent-9">
            <a:extLst>
              <a:ext uri="{FF2B5EF4-FFF2-40B4-BE49-F238E27FC236}">
                <a16:creationId xmlns:a16="http://schemas.microsoft.com/office/drawing/2014/main" id="{35776BEE-3C4F-4B86-94D6-6EE2025B26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9">
            <a:extLst>
              <a:ext uri="{FF2B5EF4-FFF2-40B4-BE49-F238E27FC236}">
                <a16:creationId xmlns:a16="http://schemas.microsoft.com/office/drawing/2014/main" id="{93A4440B-0D41-4EF4-84A3-9573AFB3C191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9">
            <a:extLst>
              <a:ext uri="{FF2B5EF4-FFF2-40B4-BE49-F238E27FC236}">
                <a16:creationId xmlns:a16="http://schemas.microsoft.com/office/drawing/2014/main" id="{85A6F457-E8B1-4E71-A79B-1F1428DC9CC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B744DE88-ABF5-4512-A9C5-FD8CC8823D7B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685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74892562-6674-4573-AC60-426A93B90A4F}"/>
              </a:ext>
            </a:extLst>
          </p:cNvPr>
          <p:cNvSpPr>
            <a:spLocks noGrp="1"/>
          </p:cNvSpPr>
          <p:nvPr/>
        </p:nvSpPr>
        <p:spPr>
          <a:xfrm>
            <a:off x="609600" y="2724150"/>
            <a:ext cx="3124200" cy="5715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E8020635-C867-4150-BD16-833C7FDB2781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7033517E-40D5-4391-8EF1-CEC8931871B5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312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A0CA175A-3829-4F64-984F-A59C41632518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3124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452C76CC-2959-462B-A059-CF19A94F31DE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124200" cy="5715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0FDC6F18-5833-48E1-B7F2-EBFD98C30CF7}"/>
              </a:ext>
            </a:extLst>
          </p:cNvPr>
          <p:cNvSpPr>
            <a:spLocks noGrp="1"/>
          </p:cNvSpPr>
          <p:nvPr/>
        </p:nvSpPr>
        <p:spPr>
          <a:xfrm>
            <a:off x="4248150" y="310515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DA3397E1-AF8F-4956-B864-B848509DA7A4}"/>
              </a:ext>
            </a:extLst>
          </p:cNvPr>
          <p:cNvSpPr>
            <a:spLocks noGrp="1"/>
          </p:cNvSpPr>
          <p:nvPr/>
        </p:nvSpPr>
        <p:spPr>
          <a:xfrm>
            <a:off x="4248150" y="3829050"/>
            <a:ext cx="312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D112C404-4E10-44DC-82C2-9630ECB64B98}"/>
              </a:ext>
            </a:extLst>
          </p:cNvPr>
          <p:cNvSpPr>
            <a:spLocks noGrp="1"/>
          </p:cNvSpPr>
          <p:nvPr/>
        </p:nvSpPr>
        <p:spPr>
          <a:xfrm>
            <a:off x="4248150" y="4667250"/>
            <a:ext cx="3124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1F4435BA-3482-4FB0-84E7-0038BD07E94F}"/>
              </a:ext>
            </a:extLst>
          </p:cNvPr>
          <p:cNvSpPr>
            <a:spLocks noGrp="1"/>
          </p:cNvSpPr>
          <p:nvPr/>
        </p:nvSpPr>
        <p:spPr>
          <a:xfrm>
            <a:off x="7886700" y="2724150"/>
            <a:ext cx="3124200" cy="57150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A4517D6D-C3BD-4577-AD86-3BF8035C52CA}"/>
              </a:ext>
            </a:extLst>
          </p:cNvPr>
          <p:cNvSpPr>
            <a:spLocks noGrp="1"/>
          </p:cNvSpPr>
          <p:nvPr/>
        </p:nvSpPr>
        <p:spPr>
          <a:xfrm>
            <a:off x="7886700" y="310515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0612EA81-EC5A-46E7-9685-78BDE609746B}"/>
              </a:ext>
            </a:extLst>
          </p:cNvPr>
          <p:cNvSpPr>
            <a:spLocks noGrp="1"/>
          </p:cNvSpPr>
          <p:nvPr/>
        </p:nvSpPr>
        <p:spPr>
          <a:xfrm>
            <a:off x="7886700" y="3829050"/>
            <a:ext cx="312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7AAC4884-97AB-4279-A728-E0F5F0025C6D}"/>
              </a:ext>
            </a:extLst>
          </p:cNvPr>
          <p:cNvSpPr>
            <a:spLocks noGrp="1"/>
          </p:cNvSpPr>
          <p:nvPr/>
        </p:nvSpPr>
        <p:spPr>
          <a:xfrm>
            <a:off x="7886700" y="4667250"/>
            <a:ext cx="3124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83134EE7-A01A-48E3-8A28-828533BEEB64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904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9">
            <a:extLst>
              <a:ext uri="{FF2B5EF4-FFF2-40B4-BE49-F238E27FC236}">
                <a16:creationId xmlns:a16="http://schemas.microsoft.com/office/drawing/2014/main" id="{9E706026-367B-4796-B795-D046C0DC903C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9" name="footer-label-9">
            <a:extLst>
              <a:ext uri="{FF2B5EF4-FFF2-40B4-BE49-F238E27FC236}">
                <a16:creationId xmlns:a16="http://schemas.microsoft.com/office/drawing/2014/main" id="{CD7518B4-0CF1-4E79-BF2E-BF01CB9CDE83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0" name="footer-page-9">
            <a:extLst>
              <a:ext uri="{FF2B5EF4-FFF2-40B4-BE49-F238E27FC236}">
                <a16:creationId xmlns:a16="http://schemas.microsoft.com/office/drawing/2014/main" id="{DB7B14EE-F81E-46E6-9488-8C8CC223EF9C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17</a:t>
            </a:r>
          </a:p>
        </p:txBody>
      </p:sp>
    </p:spTree>
    <p:extLst>
      <p:ext uri="{BB962C8B-B14F-4D97-AF65-F5344CB8AC3E}">
        <p14:creationId xmlns:p14="http://schemas.microsoft.com/office/powerpoint/2010/main" val="1019871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ide-accent-10">
            <a:extLst>
              <a:ext uri="{FF2B5EF4-FFF2-40B4-BE49-F238E27FC236}">
                <a16:creationId xmlns:a16="http://schemas.microsoft.com/office/drawing/2014/main" id="{B994037B-5FA2-4CD7-B041-E281CF4B11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10">
            <a:extLst>
              <a:ext uri="{FF2B5EF4-FFF2-40B4-BE49-F238E27FC236}">
                <a16:creationId xmlns:a16="http://schemas.microsoft.com/office/drawing/2014/main" id="{45C8F0A8-53CA-43A3-83C4-5636D93D4959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10">
            <a:extLst>
              <a:ext uri="{FF2B5EF4-FFF2-40B4-BE49-F238E27FC236}">
                <a16:creationId xmlns:a16="http://schemas.microsoft.com/office/drawing/2014/main" id="{9B3ED643-52CF-4AA2-BF4C-BA86F75D660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ระบบคำนวณคะแนนถ่วงน้ำหนักตามสูตรที่คณะกำหนด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E2EAC921-5368-4859-B1E2-1D948737944C}"/>
              </a:ext>
            </a:extLst>
          </p:cNvPr>
          <p:cNvSpPr>
            <a:spLocks noGrp="1"/>
          </p:cNvSpPr>
          <p:nvPr/>
        </p:nvSpPr>
        <p:spPr>
          <a:xfrm>
            <a:off x="1604865" y="2918538"/>
            <a:ext cx="4907513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36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5A078A87-D451-4B1E-B173-5886ACD88A78}"/>
              </a:ext>
            </a:extLst>
          </p:cNvPr>
          <p:cNvSpPr>
            <a:spLocks noGrp="1"/>
          </p:cNvSpPr>
          <p:nvPr/>
        </p:nvSpPr>
        <p:spPr>
          <a:xfrm>
            <a:off x="5524500" y="2933700"/>
            <a:ext cx="7239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สี่เหลี่ยมผืนผ้า: มุมมน 5">
            <a:extLst>
              <a:ext uri="{FF2B5EF4-FFF2-40B4-BE49-F238E27FC236}">
                <a16:creationId xmlns:a16="http://schemas.microsoft.com/office/drawing/2014/main" id="{4855D4F9-6DF3-468D-83E9-419B1F3B3BD5}"/>
              </a:ext>
            </a:extLst>
          </p:cNvPr>
          <p:cNvSpPr>
            <a:spLocks noGrp="1"/>
          </p:cNvSpPr>
          <p:nvPr/>
        </p:nvSpPr>
        <p:spPr>
          <a:xfrm>
            <a:off x="6305550" y="2495550"/>
            <a:ext cx="200025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8E0E7"/>
            </a:solidFill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4D4B7AED-08CA-42C2-89F6-970CFA619C19}"/>
              </a:ext>
            </a:extLst>
          </p:cNvPr>
          <p:cNvSpPr>
            <a:spLocks noGrp="1"/>
          </p:cNvSpPr>
          <p:nvPr/>
        </p:nvSpPr>
        <p:spPr>
          <a:xfrm>
            <a:off x="8439150" y="2933700"/>
            <a:ext cx="5524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สี่เหลี่ยมผืนผ้า: มุมมน 7">
            <a:extLst>
              <a:ext uri="{FF2B5EF4-FFF2-40B4-BE49-F238E27FC236}">
                <a16:creationId xmlns:a16="http://schemas.microsoft.com/office/drawing/2014/main" id="{38A3FB20-337D-455A-8305-50DBB4B0C256}"/>
              </a:ext>
            </a:extLst>
          </p:cNvPr>
          <p:cNvSpPr>
            <a:spLocks noGrp="1"/>
          </p:cNvSpPr>
          <p:nvPr/>
        </p:nvSpPr>
        <p:spPr>
          <a:xfrm>
            <a:off x="9086850" y="2495550"/>
            <a:ext cx="2495550" cy="1104900"/>
          </a:xfrm>
          <a:prstGeom prst="roundRect">
            <a:avLst>
              <a:gd name="adj" fmla="val 10345"/>
            </a:avLst>
          </a:prstGeom>
          <a:solidFill>
            <a:srgbClr val="E2F4F1"/>
          </a:solidFill>
          <a:ln w="9525">
            <a:solidFill>
              <a:srgbClr val="008C86"/>
            </a:solidFill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B4F4F875-CCDC-48A0-93CA-C85E1CAB5F5A}"/>
              </a:ext>
            </a:extLst>
          </p:cNvPr>
          <p:cNvSpPr>
            <a:spLocks noGrp="1"/>
          </p:cNvSpPr>
          <p:nvPr/>
        </p:nvSpPr>
        <p:spPr>
          <a:xfrm>
            <a:off x="6305550" y="3943350"/>
            <a:ext cx="5276850" cy="28575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ECEC2F38-6D76-4AED-AC4A-62C18408B672}"/>
              </a:ext>
            </a:extLst>
          </p:cNvPr>
          <p:cNvSpPr>
            <a:spLocks noGrp="1"/>
          </p:cNvSpPr>
          <p:nvPr/>
        </p:nvSpPr>
        <p:spPr>
          <a:xfrm>
            <a:off x="6305550" y="4171950"/>
            <a:ext cx="52768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86E7744B-77E8-4C12-B8EA-E96ABC898B3D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895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10">
            <a:extLst>
              <a:ext uri="{FF2B5EF4-FFF2-40B4-BE49-F238E27FC236}">
                <a16:creationId xmlns:a16="http://schemas.microsoft.com/office/drawing/2014/main" id="{36C80AFA-AE5A-4694-AD7F-6B6521D162F7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3" name="footer-label-10">
            <a:extLst>
              <a:ext uri="{FF2B5EF4-FFF2-40B4-BE49-F238E27FC236}">
                <a16:creationId xmlns:a16="http://schemas.microsoft.com/office/drawing/2014/main" id="{539DA4A6-8370-4F62-A715-D647731B6F9B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14" name="footer-page-10">
            <a:extLst>
              <a:ext uri="{FF2B5EF4-FFF2-40B4-BE49-F238E27FC236}">
                <a16:creationId xmlns:a16="http://schemas.microsoft.com/office/drawing/2014/main" id="{D26A8D7D-CB7A-49BA-A468-A795D2DA2CA2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17</a:t>
            </a:r>
          </a:p>
        </p:txBody>
      </p:sp>
    </p:spTree>
    <p:extLst>
      <p:ext uri="{BB962C8B-B14F-4D97-AF65-F5344CB8AC3E}">
        <p14:creationId xmlns:p14="http://schemas.microsoft.com/office/powerpoint/2010/main" val="117964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ide-accent-12">
            <a:extLst>
              <a:ext uri="{FF2B5EF4-FFF2-40B4-BE49-F238E27FC236}">
                <a16:creationId xmlns:a16="http://schemas.microsoft.com/office/drawing/2014/main" id="{75907DAE-124A-4747-A6F0-FFB5F7C088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12">
            <a:extLst>
              <a:ext uri="{FF2B5EF4-FFF2-40B4-BE49-F238E27FC236}">
                <a16:creationId xmlns:a16="http://schemas.microsoft.com/office/drawing/2014/main" id="{3F2A895F-9386-490F-939A-DD1C1CBF2286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2">
            <a:extLst>
              <a:ext uri="{FF2B5EF4-FFF2-40B4-BE49-F238E27FC236}">
                <a16:creationId xmlns:a16="http://schemas.microsoft.com/office/drawing/2014/main" id="{FDAAF437-BCC0-49FE-96A1-B89A97DABE7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47DAB66A-4536-43B4-978F-05E62B2A3D1F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8477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วงรี 4">
            <a:extLst>
              <a:ext uri="{FF2B5EF4-FFF2-40B4-BE49-F238E27FC236}">
                <a16:creationId xmlns:a16="http://schemas.microsoft.com/office/drawing/2014/main" id="{593185B0-0E4F-41B9-8957-CADD0DE476D3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495300" cy="4953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E5D43BE8-EAEC-4C17-A98F-AAAB09911918}"/>
              </a:ext>
            </a:extLst>
          </p:cNvPr>
          <p:cNvSpPr>
            <a:spLocks noGrp="1"/>
          </p:cNvSpPr>
          <p:nvPr/>
        </p:nvSpPr>
        <p:spPr>
          <a:xfrm>
            <a:off x="609600" y="2847975"/>
            <a:ext cx="49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350FFAC0-EE4C-42B9-9DAB-E4B241E90781}"/>
              </a:ext>
            </a:extLst>
          </p:cNvPr>
          <p:cNvSpPr>
            <a:spLocks noGrp="1"/>
          </p:cNvSpPr>
          <p:nvPr/>
        </p:nvSpPr>
        <p:spPr>
          <a:xfrm>
            <a:off x="1390650" y="276225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2ED2D55A-00AA-4046-AD68-810821F2C5C9}"/>
              </a:ext>
            </a:extLst>
          </p:cNvPr>
          <p:cNvSpPr>
            <a:spLocks noGrp="1"/>
          </p:cNvSpPr>
          <p:nvPr/>
        </p:nvSpPr>
        <p:spPr>
          <a:xfrm>
            <a:off x="4476750" y="2781300"/>
            <a:ext cx="6572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AD810A33-52DA-41E4-96B1-A39991742CEA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495300" cy="4953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BB5EEB61-3DE9-459E-A376-517AD32B00DA}"/>
              </a:ext>
            </a:extLst>
          </p:cNvPr>
          <p:cNvSpPr>
            <a:spLocks noGrp="1"/>
          </p:cNvSpPr>
          <p:nvPr/>
        </p:nvSpPr>
        <p:spPr>
          <a:xfrm>
            <a:off x="609600" y="3781425"/>
            <a:ext cx="49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0CFD0D59-9B54-42F7-8522-BFEFA4F1CACD}"/>
              </a:ext>
            </a:extLst>
          </p:cNvPr>
          <p:cNvSpPr>
            <a:spLocks noGrp="1"/>
          </p:cNvSpPr>
          <p:nvPr/>
        </p:nvSpPr>
        <p:spPr>
          <a:xfrm>
            <a:off x="1390650" y="36957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14B68465-AFE4-49CA-805F-40B78786FE0C}"/>
              </a:ext>
            </a:extLst>
          </p:cNvPr>
          <p:cNvSpPr>
            <a:spLocks noGrp="1"/>
          </p:cNvSpPr>
          <p:nvPr/>
        </p:nvSpPr>
        <p:spPr>
          <a:xfrm>
            <a:off x="4476750" y="3714750"/>
            <a:ext cx="6572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วงรี 12">
            <a:extLst>
              <a:ext uri="{FF2B5EF4-FFF2-40B4-BE49-F238E27FC236}">
                <a16:creationId xmlns:a16="http://schemas.microsoft.com/office/drawing/2014/main" id="{BC67C1EC-23B2-49E4-AF9C-8E2C5CBD418A}"/>
              </a:ext>
            </a:extLst>
          </p:cNvPr>
          <p:cNvSpPr>
            <a:spLocks noGrp="1"/>
          </p:cNvSpPr>
          <p:nvPr/>
        </p:nvSpPr>
        <p:spPr>
          <a:xfrm>
            <a:off x="609600" y="4648200"/>
            <a:ext cx="495300" cy="4953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57B04A8A-021B-43C4-ABF1-7B2D6A5AAB89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49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E8499D7F-B164-409C-91C9-D0F5F3FC0DF9}"/>
              </a:ext>
            </a:extLst>
          </p:cNvPr>
          <p:cNvSpPr>
            <a:spLocks noGrp="1"/>
          </p:cNvSpPr>
          <p:nvPr/>
        </p:nvSpPr>
        <p:spPr>
          <a:xfrm>
            <a:off x="1390650" y="462915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ตรวจสอบได้ชัดเจน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F276F057-AE75-40C6-9737-99EB25BCFF43}"/>
              </a:ext>
            </a:extLst>
          </p:cNvPr>
          <p:cNvSpPr>
            <a:spLocks noGrp="1"/>
          </p:cNvSpPr>
          <p:nvPr/>
        </p:nvSpPr>
        <p:spPr>
          <a:xfrm>
            <a:off x="4476750" y="4648200"/>
            <a:ext cx="6572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เปิดลิงก์แล้วรู้ว่าเป็นหลักฐานของรายการใด</a:t>
            </a:r>
          </a:p>
        </p:txBody>
      </p:sp>
      <p:sp>
        <p:nvSpPr>
          <p:cNvPr id="17" name="สี่เหลี่ยมผืนผ้า: มุมมน 16">
            <a:extLst>
              <a:ext uri="{FF2B5EF4-FFF2-40B4-BE49-F238E27FC236}">
                <a16:creationId xmlns:a16="http://schemas.microsoft.com/office/drawing/2014/main" id="{9D149CB9-B8E2-41BE-8909-44CE0D1B3733}"/>
              </a:ext>
            </a:extLst>
          </p:cNvPr>
          <p:cNvSpPr>
            <a:spLocks noGrp="1"/>
          </p:cNvSpPr>
          <p:nvPr/>
        </p:nvSpPr>
        <p:spPr>
          <a:xfrm>
            <a:off x="8058150" y="5124450"/>
            <a:ext cx="3524250" cy="685800"/>
          </a:xfrm>
          <a:prstGeom prst="roundRect">
            <a:avLst>
              <a:gd name="adj" fmla="val 11111"/>
            </a:avLst>
          </a:prstGeom>
          <a:solidFill>
            <a:srgbClr val="E2F4F1"/>
          </a:solidFill>
          <a:ln w="9525">
            <a:solidFill>
              <a:srgbClr val="008C86"/>
            </a:solidFill>
            <a:prstDash val="solid"/>
          </a:ln>
        </p:spPr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C880B7FA-7F66-478F-8504-B9A7F99AC1E6}"/>
              </a:ext>
            </a:extLst>
          </p:cNvPr>
          <p:cNvSpPr>
            <a:spLocks noGrp="1"/>
          </p:cNvSpPr>
          <p:nvPr/>
        </p:nvSpPr>
        <p:spPr>
          <a:xfrm>
            <a:off x="8305800" y="5219700"/>
            <a:ext cx="3028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2">
            <a:extLst>
              <a:ext uri="{FF2B5EF4-FFF2-40B4-BE49-F238E27FC236}">
                <a16:creationId xmlns:a16="http://schemas.microsoft.com/office/drawing/2014/main" id="{3325465F-9B55-4AF2-A2A0-CF6CDEB47CE3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0" name="footer-label-12">
            <a:extLst>
              <a:ext uri="{FF2B5EF4-FFF2-40B4-BE49-F238E27FC236}">
                <a16:creationId xmlns:a16="http://schemas.microsoft.com/office/drawing/2014/main" id="{3A396558-19DE-4D32-8384-1324D72781B0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1" name="footer-page-12">
            <a:extLst>
              <a:ext uri="{FF2B5EF4-FFF2-40B4-BE49-F238E27FC236}">
                <a16:creationId xmlns:a16="http://schemas.microsoft.com/office/drawing/2014/main" id="{4CA8337B-39EA-43CD-9B80-CFB6D8676334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17</a:t>
            </a:r>
          </a:p>
        </p:txBody>
      </p:sp>
    </p:spTree>
    <p:extLst>
      <p:ext uri="{BB962C8B-B14F-4D97-AF65-F5344CB8AC3E}">
        <p14:creationId xmlns:p14="http://schemas.microsoft.com/office/powerpoint/2010/main" val="245693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ide-accent-13">
            <a:extLst>
              <a:ext uri="{FF2B5EF4-FFF2-40B4-BE49-F238E27FC236}">
                <a16:creationId xmlns:a16="http://schemas.microsoft.com/office/drawing/2014/main" id="{70F93210-2701-4023-908A-14386BF9E4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13">
            <a:extLst>
              <a:ext uri="{FF2B5EF4-FFF2-40B4-BE49-F238E27FC236}">
                <a16:creationId xmlns:a16="http://schemas.microsoft.com/office/drawing/2014/main" id="{8B18B81F-DE49-4D58-9565-388CF177F76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3">
            <a:extLst>
              <a:ext uri="{FF2B5EF4-FFF2-40B4-BE49-F238E27FC236}">
                <a16:creationId xmlns:a16="http://schemas.microsoft.com/office/drawing/2014/main" id="{7C616283-1D52-4216-B7D7-0CD3867E73B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>
              <a:ext uri="{FF2B5EF4-FFF2-40B4-BE49-F238E27FC236}">
                <a16:creationId xmlns:a16="http://schemas.microsoft.com/office/drawing/2014/main" id="{F6246425-8882-4A3D-A98C-7344EEC79F9E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4953000" cy="2914650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9525">
            <a:solidFill>
              <a:srgbClr val="D8E0E7"/>
            </a:solidFill>
            <a:prstDash val="solid"/>
          </a:ln>
        </p:spPr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660A8B80-3256-48B9-A29E-0652BC89C348}"/>
              </a:ext>
            </a:extLst>
          </p:cNvPr>
          <p:cNvSpPr>
            <a:spLocks noGrp="1"/>
          </p:cNvSpPr>
          <p:nvPr/>
        </p:nvSpPr>
        <p:spPr>
          <a:xfrm>
            <a:off x="971550" y="268605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74FFE532-A3B2-400D-A2F7-6F90916B74C6}"/>
              </a:ext>
            </a:extLst>
          </p:cNvPr>
          <p:cNvSpPr>
            <a:spLocks noGrp="1"/>
          </p:cNvSpPr>
          <p:nvPr/>
        </p:nvSpPr>
        <p:spPr>
          <a:xfrm>
            <a:off x="971550" y="3486150"/>
            <a:ext cx="40386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>
              <a:ext uri="{FF2B5EF4-FFF2-40B4-BE49-F238E27FC236}">
                <a16:creationId xmlns:a16="http://schemas.microsoft.com/office/drawing/2014/main" id="{17169B85-057D-49D0-8592-DBAA33D57A3E}"/>
              </a:ext>
            </a:extLst>
          </p:cNvPr>
          <p:cNvSpPr>
            <a:spLocks noGrp="1"/>
          </p:cNvSpPr>
          <p:nvPr/>
        </p:nvSpPr>
        <p:spPr>
          <a:xfrm>
            <a:off x="6019800" y="2343150"/>
            <a:ext cx="5562600" cy="2914650"/>
          </a:xfrm>
          <a:prstGeom prst="roundRect">
            <a:avLst>
              <a:gd name="adj" fmla="val 2614"/>
            </a:avLst>
          </a:prstGeom>
          <a:solidFill>
            <a:srgbClr val="E2F4F1"/>
          </a:solidFill>
          <a:ln w="19050">
            <a:solidFill>
              <a:srgbClr val="008C86"/>
            </a:solidFill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D4A174D3-7B79-47A4-93A2-4B88483CD0F8}"/>
              </a:ext>
            </a:extLst>
          </p:cNvPr>
          <p:cNvSpPr>
            <a:spLocks noGrp="1"/>
          </p:cNvSpPr>
          <p:nvPr/>
        </p:nvSpPr>
        <p:spPr>
          <a:xfrm>
            <a:off x="6419850" y="2686050"/>
            <a:ext cx="476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0EB71EB2-6383-4D0E-8967-4DD352C72FBD}"/>
              </a:ext>
            </a:extLst>
          </p:cNvPr>
          <p:cNvSpPr>
            <a:spLocks noGrp="1"/>
          </p:cNvSpPr>
          <p:nvPr/>
        </p:nvSpPr>
        <p:spPr>
          <a:xfrm>
            <a:off x="6419850" y="3486150"/>
            <a:ext cx="46863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1" name="footer-rule-13">
            <a:extLst>
              <a:ext uri="{FF2B5EF4-FFF2-40B4-BE49-F238E27FC236}">
                <a16:creationId xmlns:a16="http://schemas.microsoft.com/office/drawing/2014/main" id="{0B0F67A6-7111-4B5C-84C6-D591087E8933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2" name="footer-label-13">
            <a:extLst>
              <a:ext uri="{FF2B5EF4-FFF2-40B4-BE49-F238E27FC236}">
                <a16:creationId xmlns:a16="http://schemas.microsoft.com/office/drawing/2014/main" id="{5F280CCF-599C-46D4-A5C9-67CCEFDDAA5F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13" name="footer-page-13">
            <a:extLst>
              <a:ext uri="{FF2B5EF4-FFF2-40B4-BE49-F238E27FC236}">
                <a16:creationId xmlns:a16="http://schemas.microsoft.com/office/drawing/2014/main" id="{7F0CDF5A-EDF2-4114-9785-7C181FD0778E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17</a:t>
            </a:r>
          </a:p>
        </p:txBody>
      </p:sp>
    </p:spTree>
    <p:extLst>
      <p:ext uri="{BB962C8B-B14F-4D97-AF65-F5344CB8AC3E}">
        <p14:creationId xmlns:p14="http://schemas.microsoft.com/office/powerpoint/2010/main" val="2062909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ide-accent-14">
            <a:extLst>
              <a:ext uri="{FF2B5EF4-FFF2-40B4-BE49-F238E27FC236}">
                <a16:creationId xmlns:a16="http://schemas.microsoft.com/office/drawing/2014/main" id="{32436414-9E50-4CC8-B604-46F1FDD7DA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14">
            <a:extLst>
              <a:ext uri="{FF2B5EF4-FFF2-40B4-BE49-F238E27FC236}">
                <a16:creationId xmlns:a16="http://schemas.microsoft.com/office/drawing/2014/main" id="{059CD542-B797-46F5-8554-69FE8E1384C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4">
            <a:extLst>
              <a:ext uri="{FF2B5EF4-FFF2-40B4-BE49-F238E27FC236}">
                <a16:creationId xmlns:a16="http://schemas.microsoft.com/office/drawing/2014/main" id="{82A2AB36-A3C7-4A4D-892E-66BA7DC9BD2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18964148-7B10-4457-BF70-2D26B3807F8C}"/>
              </a:ext>
            </a:extLst>
          </p:cNvPr>
          <p:cNvSpPr>
            <a:spLocks noGrp="1"/>
          </p:cNvSpPr>
          <p:nvPr/>
        </p:nvSpPr>
        <p:spPr>
          <a:xfrm>
            <a:off x="1352550" y="3486150"/>
            <a:ext cx="8801100" cy="476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5" name="วงรี 4">
            <a:extLst>
              <a:ext uri="{FF2B5EF4-FFF2-40B4-BE49-F238E27FC236}">
                <a16:creationId xmlns:a16="http://schemas.microsoft.com/office/drawing/2014/main" id="{6DA17D10-637A-4518-A64C-4470DB1FDDA5}"/>
              </a:ext>
            </a:extLst>
          </p:cNvPr>
          <p:cNvSpPr>
            <a:spLocks noGrp="1"/>
          </p:cNvSpPr>
          <p:nvPr/>
        </p:nvSpPr>
        <p:spPr>
          <a:xfrm>
            <a:off x="1390650" y="3048000"/>
            <a:ext cx="895350" cy="8953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DF321E17-7D17-413A-8D34-92E007883E46}"/>
              </a:ext>
            </a:extLst>
          </p:cNvPr>
          <p:cNvSpPr>
            <a:spLocks noGrp="1"/>
          </p:cNvSpPr>
          <p:nvPr/>
        </p:nvSpPr>
        <p:spPr>
          <a:xfrm>
            <a:off x="1390650" y="3295650"/>
            <a:ext cx="89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F5043E86-07BE-4279-9416-5BC599C69B38}"/>
              </a:ext>
            </a:extLst>
          </p:cNvPr>
          <p:cNvSpPr>
            <a:spLocks noGrp="1"/>
          </p:cNvSpPr>
          <p:nvPr/>
        </p:nvSpPr>
        <p:spPr>
          <a:xfrm>
            <a:off x="781050" y="4210050"/>
            <a:ext cx="2114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A27A6D35-C9CB-4E5D-B14B-C143C01F0BD8}"/>
              </a:ext>
            </a:extLst>
          </p:cNvPr>
          <p:cNvSpPr>
            <a:spLocks noGrp="1"/>
          </p:cNvSpPr>
          <p:nvPr/>
        </p:nvSpPr>
        <p:spPr>
          <a:xfrm>
            <a:off x="723900" y="470535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BDBDE131-CA3E-478C-B139-55A372AF76D2}"/>
              </a:ext>
            </a:extLst>
          </p:cNvPr>
          <p:cNvSpPr>
            <a:spLocks noGrp="1"/>
          </p:cNvSpPr>
          <p:nvPr/>
        </p:nvSpPr>
        <p:spPr>
          <a:xfrm>
            <a:off x="4171950" y="3048000"/>
            <a:ext cx="895350" cy="8953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E0D1D8D5-299E-46A6-9CB2-907BDCB09764}"/>
              </a:ext>
            </a:extLst>
          </p:cNvPr>
          <p:cNvSpPr>
            <a:spLocks noGrp="1"/>
          </p:cNvSpPr>
          <p:nvPr/>
        </p:nvSpPr>
        <p:spPr>
          <a:xfrm>
            <a:off x="4171950" y="3295650"/>
            <a:ext cx="89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796CA85D-83A0-40E4-B891-A886F94F5CD6}"/>
              </a:ext>
            </a:extLst>
          </p:cNvPr>
          <p:cNvSpPr>
            <a:spLocks noGrp="1"/>
          </p:cNvSpPr>
          <p:nvPr/>
        </p:nvSpPr>
        <p:spPr>
          <a:xfrm>
            <a:off x="3562350" y="4210050"/>
            <a:ext cx="2114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7EAFA79D-FA50-49EE-8B23-FD7A453AD652}"/>
              </a:ext>
            </a:extLst>
          </p:cNvPr>
          <p:cNvSpPr>
            <a:spLocks noGrp="1"/>
          </p:cNvSpPr>
          <p:nvPr/>
        </p:nvSpPr>
        <p:spPr>
          <a:xfrm>
            <a:off x="3505200" y="470535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วงรี 12">
            <a:extLst>
              <a:ext uri="{FF2B5EF4-FFF2-40B4-BE49-F238E27FC236}">
                <a16:creationId xmlns:a16="http://schemas.microsoft.com/office/drawing/2014/main" id="{A78D5080-120C-47C9-B14E-97DD70A1C129}"/>
              </a:ext>
            </a:extLst>
          </p:cNvPr>
          <p:cNvSpPr>
            <a:spLocks noGrp="1"/>
          </p:cNvSpPr>
          <p:nvPr/>
        </p:nvSpPr>
        <p:spPr>
          <a:xfrm>
            <a:off x="6953250" y="3048000"/>
            <a:ext cx="895350" cy="8953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5441EDC5-9767-460C-B307-C8F37B8AAA62}"/>
              </a:ext>
            </a:extLst>
          </p:cNvPr>
          <p:cNvSpPr>
            <a:spLocks noGrp="1"/>
          </p:cNvSpPr>
          <p:nvPr/>
        </p:nvSpPr>
        <p:spPr>
          <a:xfrm>
            <a:off x="6953250" y="3295650"/>
            <a:ext cx="89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BD0F7658-9BFE-4252-999A-0F17E45D94C2}"/>
              </a:ext>
            </a:extLst>
          </p:cNvPr>
          <p:cNvSpPr>
            <a:spLocks noGrp="1"/>
          </p:cNvSpPr>
          <p:nvPr/>
        </p:nvSpPr>
        <p:spPr>
          <a:xfrm>
            <a:off x="6343650" y="4210050"/>
            <a:ext cx="2114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67AD4C98-7B79-48CA-9859-DE516B1EF1AF}"/>
              </a:ext>
            </a:extLst>
          </p:cNvPr>
          <p:cNvSpPr>
            <a:spLocks noGrp="1"/>
          </p:cNvSpPr>
          <p:nvPr/>
        </p:nvSpPr>
        <p:spPr>
          <a:xfrm>
            <a:off x="6286500" y="470535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วงรี 16">
            <a:extLst>
              <a:ext uri="{FF2B5EF4-FFF2-40B4-BE49-F238E27FC236}">
                <a16:creationId xmlns:a16="http://schemas.microsoft.com/office/drawing/2014/main" id="{19C60B28-E4CC-446B-B421-26C0F780F762}"/>
              </a:ext>
            </a:extLst>
          </p:cNvPr>
          <p:cNvSpPr>
            <a:spLocks noGrp="1"/>
          </p:cNvSpPr>
          <p:nvPr/>
        </p:nvSpPr>
        <p:spPr>
          <a:xfrm>
            <a:off x="9734550" y="3048000"/>
            <a:ext cx="895350" cy="89535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725B2705-71A3-4588-9748-0C342FC38E69}"/>
              </a:ext>
            </a:extLst>
          </p:cNvPr>
          <p:cNvSpPr>
            <a:spLocks noGrp="1"/>
          </p:cNvSpPr>
          <p:nvPr/>
        </p:nvSpPr>
        <p:spPr>
          <a:xfrm>
            <a:off x="9734550" y="3295650"/>
            <a:ext cx="89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9CFB0AEF-6EAC-47D0-8E91-7003B61B743C}"/>
              </a:ext>
            </a:extLst>
          </p:cNvPr>
          <p:cNvSpPr>
            <a:spLocks noGrp="1"/>
          </p:cNvSpPr>
          <p:nvPr/>
        </p:nvSpPr>
        <p:spPr>
          <a:xfrm>
            <a:off x="9124950" y="4210050"/>
            <a:ext cx="2114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162933D1-E186-4247-9535-86F20526F766}"/>
              </a:ext>
            </a:extLst>
          </p:cNvPr>
          <p:cNvSpPr>
            <a:spLocks noGrp="1"/>
          </p:cNvSpPr>
          <p:nvPr/>
        </p:nvSpPr>
        <p:spPr>
          <a:xfrm>
            <a:off x="9067800" y="470535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05663AB5-204A-483E-A006-47CAB03E414C}"/>
              </a:ext>
            </a:extLst>
          </p:cNvPr>
          <p:cNvSpPr>
            <a:spLocks noGrp="1"/>
          </p:cNvSpPr>
          <p:nvPr/>
        </p:nvSpPr>
        <p:spPr>
          <a:xfrm>
            <a:off x="609600" y="5695950"/>
            <a:ext cx="838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4">
            <a:extLst>
              <a:ext uri="{FF2B5EF4-FFF2-40B4-BE49-F238E27FC236}">
                <a16:creationId xmlns:a16="http://schemas.microsoft.com/office/drawing/2014/main" id="{BB020E08-81DA-468F-845F-364C4ABEBD8C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3" name="footer-label-14">
            <a:extLst>
              <a:ext uri="{FF2B5EF4-FFF2-40B4-BE49-F238E27FC236}">
                <a16:creationId xmlns:a16="http://schemas.microsoft.com/office/drawing/2014/main" id="{EBF11A4B-318F-41BE-8DF2-397BCA5CEFD9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4" name="footer-page-14">
            <a:extLst>
              <a:ext uri="{FF2B5EF4-FFF2-40B4-BE49-F238E27FC236}">
                <a16:creationId xmlns:a16="http://schemas.microsoft.com/office/drawing/2014/main" id="{41977195-AF6E-4FDF-A5FD-380E25927B0A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17</a:t>
            </a:r>
          </a:p>
        </p:txBody>
      </p:sp>
    </p:spTree>
    <p:extLst>
      <p:ext uri="{BB962C8B-B14F-4D97-AF65-F5344CB8AC3E}">
        <p14:creationId xmlns:p14="http://schemas.microsoft.com/office/powerpoint/2010/main" val="179626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ide-accent-15">
            <a:extLst>
              <a:ext uri="{FF2B5EF4-FFF2-40B4-BE49-F238E27FC236}">
                <a16:creationId xmlns:a16="http://schemas.microsoft.com/office/drawing/2014/main" id="{9B78E68C-0262-4FE6-9611-F3DCA79060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15">
            <a:extLst>
              <a:ext uri="{FF2B5EF4-FFF2-40B4-BE49-F238E27FC236}">
                <a16:creationId xmlns:a16="http://schemas.microsoft.com/office/drawing/2014/main" id="{82EBD2B0-6623-4CFC-9770-50F1AC9D297B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5">
            <a:extLst>
              <a:ext uri="{FF2B5EF4-FFF2-40B4-BE49-F238E27FC236}">
                <a16:creationId xmlns:a16="http://schemas.microsoft.com/office/drawing/2014/main" id="{EBF0F00D-38F0-4E97-AA5B-F5F3FB90B2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2148CE8C-6D3D-4044-9185-A5A24DB9F366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0931EFFB-20DA-4CCD-80F5-E2DE536260D4}"/>
              </a:ext>
            </a:extLst>
          </p:cNvPr>
          <p:cNvSpPr>
            <a:spLocks noGrp="1"/>
          </p:cNvSpPr>
          <p:nvPr/>
        </p:nvSpPr>
        <p:spPr>
          <a:xfrm>
            <a:off x="1428750" y="20383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D4131049-8BE1-48BD-8A4D-EC11B438B5A9}"/>
              </a:ext>
            </a:extLst>
          </p:cNvPr>
          <p:cNvSpPr>
            <a:spLocks noGrp="1"/>
          </p:cNvSpPr>
          <p:nvPr/>
        </p:nvSpPr>
        <p:spPr>
          <a:xfrm>
            <a:off x="4305300" y="20764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B27A51CD-0FF5-4857-8C55-B9ABE78ADF51}"/>
              </a:ext>
            </a:extLst>
          </p:cNvPr>
          <p:cNvSpPr>
            <a:spLocks noGrp="1"/>
          </p:cNvSpPr>
          <p:nvPr/>
        </p:nvSpPr>
        <p:spPr>
          <a:xfrm>
            <a:off x="1428750" y="2667000"/>
            <a:ext cx="973455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B48B4B5D-8E37-4045-8B94-BE21A3B3FAE0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FC4E528C-36AE-4567-B589-22401AB094EF}"/>
              </a:ext>
            </a:extLst>
          </p:cNvPr>
          <p:cNvSpPr>
            <a:spLocks noGrp="1"/>
          </p:cNvSpPr>
          <p:nvPr/>
        </p:nvSpPr>
        <p:spPr>
          <a:xfrm>
            <a:off x="1428750" y="293370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5DEB93BA-FB37-4C32-B885-B2B675F9436E}"/>
              </a:ext>
            </a:extLst>
          </p:cNvPr>
          <p:cNvSpPr>
            <a:spLocks noGrp="1"/>
          </p:cNvSpPr>
          <p:nvPr/>
        </p:nvSpPr>
        <p:spPr>
          <a:xfrm>
            <a:off x="4305300" y="297180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81698907-8303-42E7-826D-9E431DCF3172}"/>
              </a:ext>
            </a:extLst>
          </p:cNvPr>
          <p:cNvSpPr>
            <a:spLocks noGrp="1"/>
          </p:cNvSpPr>
          <p:nvPr/>
        </p:nvSpPr>
        <p:spPr>
          <a:xfrm>
            <a:off x="1428750" y="3562350"/>
            <a:ext cx="973455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38CDFC5E-BFC1-4A9E-80CA-BDD7C1C9B52C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31569542-1446-4870-95CF-5823919167FC}"/>
              </a:ext>
            </a:extLst>
          </p:cNvPr>
          <p:cNvSpPr>
            <a:spLocks noGrp="1"/>
          </p:cNvSpPr>
          <p:nvPr/>
        </p:nvSpPr>
        <p:spPr>
          <a:xfrm>
            <a:off x="1428750" y="38290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E946EB7A-2FAB-428F-B4C0-A0A1C772F841}"/>
              </a:ext>
            </a:extLst>
          </p:cNvPr>
          <p:cNvSpPr>
            <a:spLocks noGrp="1"/>
          </p:cNvSpPr>
          <p:nvPr/>
        </p:nvSpPr>
        <p:spPr>
          <a:xfrm>
            <a:off x="4305300" y="38671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EC3BA74C-E743-4B6B-BDFA-BB55F8714CC0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973455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688F5BB2-2F04-47B8-98CB-A944FC61A8D2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47FEA94D-BEBC-498D-ADAA-E2EFF9CE7CFF}"/>
              </a:ext>
            </a:extLst>
          </p:cNvPr>
          <p:cNvSpPr>
            <a:spLocks noGrp="1"/>
          </p:cNvSpPr>
          <p:nvPr/>
        </p:nvSpPr>
        <p:spPr>
          <a:xfrm>
            <a:off x="1428750" y="472440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แก้ไขและส่งต่องาน</a:t>
            </a:r>
          </a:p>
        </p:txBody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43838EA9-769D-4F40-AE91-AEAF3EB2FBF8}"/>
              </a:ext>
            </a:extLst>
          </p:cNvPr>
          <p:cNvSpPr>
            <a:spLocks noGrp="1"/>
          </p:cNvSpPr>
          <p:nvPr/>
        </p:nvSpPr>
        <p:spPr>
          <a:xfrm>
            <a:off x="4305300" y="476250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ผู้ประเมินในลำดับปัจจุบันแก้ค่าประเมินและบันทึกได้</a:t>
            </a:r>
          </a:p>
        </p:txBody>
      </p:sp>
      <p:sp>
        <p:nvSpPr>
          <p:cNvPr id="19" name="สี่เหลี่ยมผืนผ้า: มุมมน 18">
            <a:extLst>
              <a:ext uri="{FF2B5EF4-FFF2-40B4-BE49-F238E27FC236}">
                <a16:creationId xmlns:a16="http://schemas.microsoft.com/office/drawing/2014/main" id="{5F6A08CA-3559-4450-9B07-39B883F4FA48}"/>
              </a:ext>
            </a:extLst>
          </p:cNvPr>
          <p:cNvSpPr>
            <a:spLocks noGrp="1"/>
          </p:cNvSpPr>
          <p:nvPr/>
        </p:nvSpPr>
        <p:spPr>
          <a:xfrm>
            <a:off x="609600" y="5715000"/>
            <a:ext cx="10972800" cy="476250"/>
          </a:xfrm>
          <a:prstGeom prst="roundRect">
            <a:avLst>
              <a:gd name="adj" fmla="val 16000"/>
            </a:avLst>
          </a:prstGeom>
          <a:solidFill>
            <a:srgbClr val="E2F4F1"/>
          </a:solidFill>
          <a:ln w="0">
            <a:noFill/>
            <a:prstDash val="solid"/>
          </a:ln>
        </p:spPr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398FD054-8854-497B-AD3F-DDD5C6801D97}"/>
              </a:ext>
            </a:extLst>
          </p:cNvPr>
          <p:cNvSpPr>
            <a:spLocks noGrp="1"/>
          </p:cNvSpPr>
          <p:nvPr/>
        </p:nvSpPr>
        <p:spPr>
          <a:xfrm>
            <a:off x="838200" y="5838825"/>
            <a:ext cx="10515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หลังผู้ถูกประเมินกดส่ง ผู้ประเมินในลำดับปัจจุบันยังแก้ค่าประเมินได้</a:t>
            </a:r>
          </a:p>
        </p:txBody>
      </p:sp>
      <p:sp>
        <p:nvSpPr>
          <p:cNvPr id="21" name="footer-rule-15">
            <a:extLst>
              <a:ext uri="{FF2B5EF4-FFF2-40B4-BE49-F238E27FC236}">
                <a16:creationId xmlns:a16="http://schemas.microsoft.com/office/drawing/2014/main" id="{6CB6365F-3CA1-4E71-89E5-C38E7BFA261F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2" name="footer-label-15">
            <a:extLst>
              <a:ext uri="{FF2B5EF4-FFF2-40B4-BE49-F238E27FC236}">
                <a16:creationId xmlns:a16="http://schemas.microsoft.com/office/drawing/2014/main" id="{DD3B1C1C-C7EA-436D-8CF6-36F8C196905A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3" name="footer-page-15">
            <a:extLst>
              <a:ext uri="{FF2B5EF4-FFF2-40B4-BE49-F238E27FC236}">
                <a16:creationId xmlns:a16="http://schemas.microsoft.com/office/drawing/2014/main" id="{2F6F6F84-F840-4048-8CE7-572D9DF681CF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17</a:t>
            </a:r>
          </a:p>
        </p:txBody>
      </p:sp>
    </p:spTree>
    <p:extLst>
      <p:ext uri="{BB962C8B-B14F-4D97-AF65-F5344CB8AC3E}">
        <p14:creationId xmlns:p14="http://schemas.microsoft.com/office/powerpoint/2010/main" val="265774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ide-accent-16">
            <a:extLst>
              <a:ext uri="{FF2B5EF4-FFF2-40B4-BE49-F238E27FC236}">
                <a16:creationId xmlns:a16="http://schemas.microsoft.com/office/drawing/2014/main" id="{D7D582CF-48E3-4AB1-B6EB-02CC4616E7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16">
            <a:extLst>
              <a:ext uri="{FF2B5EF4-FFF2-40B4-BE49-F238E27FC236}">
                <a16:creationId xmlns:a16="http://schemas.microsoft.com/office/drawing/2014/main" id="{23872DC0-8F07-42A2-BB97-769484DD9D81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6">
            <a:extLst>
              <a:ext uri="{FF2B5EF4-FFF2-40B4-BE49-F238E27FC236}">
                <a16:creationId xmlns:a16="http://schemas.microsoft.com/office/drawing/2014/main" id="{543301F8-C409-40A5-B9B7-B0B21753A92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96827AC4-41F3-4F85-8BAE-743FD9F6FC93}"/>
              </a:ext>
            </a:extLst>
          </p:cNvPr>
          <p:cNvSpPr>
            <a:spLocks noGrp="1"/>
          </p:cNvSpPr>
          <p:nvPr/>
        </p:nvSpPr>
        <p:spPr>
          <a:xfrm>
            <a:off x="1695450" y="3457575"/>
            <a:ext cx="7658100" cy="571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5" name="วงรี 4">
            <a:extLst>
              <a:ext uri="{FF2B5EF4-FFF2-40B4-BE49-F238E27FC236}">
                <a16:creationId xmlns:a16="http://schemas.microsoft.com/office/drawing/2014/main" id="{5BCB94CF-0ABB-42F2-B9B6-BB9742E15E24}"/>
              </a:ext>
            </a:extLst>
          </p:cNvPr>
          <p:cNvSpPr>
            <a:spLocks noGrp="1"/>
          </p:cNvSpPr>
          <p:nvPr/>
        </p:nvSpPr>
        <p:spPr>
          <a:xfrm>
            <a:off x="1657350" y="2914650"/>
            <a:ext cx="1104900" cy="11049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1BBD3F6F-E08B-437B-BE66-A202BFED45D7}"/>
              </a:ext>
            </a:extLst>
          </p:cNvPr>
          <p:cNvSpPr>
            <a:spLocks noGrp="1"/>
          </p:cNvSpPr>
          <p:nvPr/>
        </p:nvSpPr>
        <p:spPr>
          <a:xfrm>
            <a:off x="1657350" y="32194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29DF221F-48FD-4F8A-92D3-5733A38AE633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EF207242-6803-4F79-8CB9-832E43B304D9}"/>
              </a:ext>
            </a:extLst>
          </p:cNvPr>
          <p:cNvSpPr>
            <a:spLocks noGrp="1"/>
          </p:cNvSpPr>
          <p:nvPr/>
        </p:nvSpPr>
        <p:spPr>
          <a:xfrm>
            <a:off x="685800" y="491490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ED0AA48A-1AC5-4397-9910-6D9A9F912D13}"/>
              </a:ext>
            </a:extLst>
          </p:cNvPr>
          <p:cNvSpPr>
            <a:spLocks noGrp="1"/>
          </p:cNvSpPr>
          <p:nvPr/>
        </p:nvSpPr>
        <p:spPr>
          <a:xfrm>
            <a:off x="5334000" y="2914650"/>
            <a:ext cx="1104900" cy="110490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D684BD81-1D31-42B0-B973-598775A4ACD1}"/>
              </a:ext>
            </a:extLst>
          </p:cNvPr>
          <p:cNvSpPr>
            <a:spLocks noGrp="1"/>
          </p:cNvSpPr>
          <p:nvPr/>
        </p:nvSpPr>
        <p:spPr>
          <a:xfrm>
            <a:off x="5334000" y="32194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BEE70225-2260-44E0-B233-44A0CF61584C}"/>
              </a:ext>
            </a:extLst>
          </p:cNvPr>
          <p:cNvSpPr>
            <a:spLocks noGrp="1"/>
          </p:cNvSpPr>
          <p:nvPr/>
        </p:nvSpPr>
        <p:spPr>
          <a:xfrm>
            <a:off x="4362450" y="4343400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8DEA3BDA-9B89-4E59-AB3F-8007A5DC0F87}"/>
              </a:ext>
            </a:extLst>
          </p:cNvPr>
          <p:cNvSpPr>
            <a:spLocks noGrp="1"/>
          </p:cNvSpPr>
          <p:nvPr/>
        </p:nvSpPr>
        <p:spPr>
          <a:xfrm>
            <a:off x="4362450" y="491490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วงรี 12">
            <a:extLst>
              <a:ext uri="{FF2B5EF4-FFF2-40B4-BE49-F238E27FC236}">
                <a16:creationId xmlns:a16="http://schemas.microsoft.com/office/drawing/2014/main" id="{79A14505-4072-4971-928C-86E9DEE58279}"/>
              </a:ext>
            </a:extLst>
          </p:cNvPr>
          <p:cNvSpPr>
            <a:spLocks noGrp="1"/>
          </p:cNvSpPr>
          <p:nvPr/>
        </p:nvSpPr>
        <p:spPr>
          <a:xfrm>
            <a:off x="9010650" y="2914650"/>
            <a:ext cx="1104900" cy="11049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73B5DAA4-D7F3-45BF-825B-F0BD24A989B3}"/>
              </a:ext>
            </a:extLst>
          </p:cNvPr>
          <p:cNvSpPr>
            <a:spLocks noGrp="1"/>
          </p:cNvSpPr>
          <p:nvPr/>
        </p:nvSpPr>
        <p:spPr>
          <a:xfrm>
            <a:off x="9010650" y="32194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4EF5A59A-5C77-4A3E-84CE-E53A31D6529F}"/>
              </a:ext>
            </a:extLst>
          </p:cNvPr>
          <p:cNvSpPr>
            <a:spLocks noGrp="1"/>
          </p:cNvSpPr>
          <p:nvPr/>
        </p:nvSpPr>
        <p:spPr>
          <a:xfrm>
            <a:off x="8039100" y="4343400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D18A5CBC-D1A2-431F-9045-1E70D6980BAD}"/>
              </a:ext>
            </a:extLst>
          </p:cNvPr>
          <p:cNvSpPr>
            <a:spLocks noGrp="1"/>
          </p:cNvSpPr>
          <p:nvPr/>
        </p:nvSpPr>
        <p:spPr>
          <a:xfrm>
            <a:off x="8039100" y="491490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5EA546E2-3D35-4C7F-BA2B-4B53C2643DE5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6">
            <a:extLst>
              <a:ext uri="{FF2B5EF4-FFF2-40B4-BE49-F238E27FC236}">
                <a16:creationId xmlns:a16="http://schemas.microsoft.com/office/drawing/2014/main" id="{2403366A-B245-4316-AC93-1CC38F34D9EF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9" name="footer-label-16">
            <a:extLst>
              <a:ext uri="{FF2B5EF4-FFF2-40B4-BE49-F238E27FC236}">
                <a16:creationId xmlns:a16="http://schemas.microsoft.com/office/drawing/2014/main" id="{3474E3BE-AEC3-4E09-BDC1-9C9072588EDD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0" name="footer-page-16">
            <a:extLst>
              <a:ext uri="{FF2B5EF4-FFF2-40B4-BE49-F238E27FC236}">
                <a16:creationId xmlns:a16="http://schemas.microsoft.com/office/drawing/2014/main" id="{866384DD-5837-45E5-87E6-34849861F9F8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17</a:t>
            </a:r>
          </a:p>
        </p:txBody>
      </p:sp>
    </p:spTree>
    <p:extLst>
      <p:ext uri="{BB962C8B-B14F-4D97-AF65-F5344CB8AC3E}">
        <p14:creationId xmlns:p14="http://schemas.microsoft.com/office/powerpoint/2010/main" val="1243884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ide-accent-17">
            <a:extLst>
              <a:ext uri="{FF2B5EF4-FFF2-40B4-BE49-F238E27FC236}">
                <a16:creationId xmlns:a16="http://schemas.microsoft.com/office/drawing/2014/main" id="{B3B659DA-1735-485D-807F-6F80B97361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17">
            <a:extLst>
              <a:ext uri="{FF2B5EF4-FFF2-40B4-BE49-F238E27FC236}">
                <a16:creationId xmlns:a16="http://schemas.microsoft.com/office/drawing/2014/main" id="{B9AD7D55-FA35-4745-9320-630A4411F41D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7">
            <a:extLst>
              <a:ext uri="{FF2B5EF4-FFF2-40B4-BE49-F238E27FC236}">
                <a16:creationId xmlns:a16="http://schemas.microsoft.com/office/drawing/2014/main" id="{E8FA97DA-7686-4E7D-B45E-EDD64092688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6EAB3684-C8FD-4B3D-83B6-777DEFC1130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/>
              <a:t>ระบบได้ติดตั้งบนเซิร์ฟเวอร์ของคณะเรียบร้อยแล้ว ท่านสามารถเข้าใช้งานผ่านลิงก์ด้านล่าง หากพบปัญหาหรือมีข้อเสนอแนะเพิ่มเติม สามารถแจ้งทีมงานได้เลยครับ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DC686080-ADAA-4DC7-9F76-1B8390F32F6A}"/>
              </a:ext>
            </a:extLst>
          </p:cNvPr>
          <p:cNvSpPr>
            <a:spLocks noGrp="1"/>
          </p:cNvSpPr>
          <p:nvPr/>
        </p:nvSpPr>
        <p:spPr>
          <a:xfrm>
            <a:off x="2018523" y="2257425"/>
            <a:ext cx="685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buNone/>
              <a:defRPr sz="2100" b="1" u="sng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100" b="1" u="sng"/>
              <a:t>http://10.118.18.135</a:t>
            </a:r>
          </a:p>
        </p:txBody>
      </p:sp>
      <p:sp>
        <p:nvSpPr>
          <p:cNvPr id="6" name="วงรี 5">
            <a:extLst>
              <a:ext uri="{FF2B5EF4-FFF2-40B4-BE49-F238E27FC236}">
                <a16:creationId xmlns:a16="http://schemas.microsoft.com/office/drawing/2014/main" id="{715188E1-63A3-4B3F-BD22-AC1398503C87}"/>
              </a:ext>
            </a:extLst>
          </p:cNvPr>
          <p:cNvSpPr>
            <a:spLocks noGrp="1"/>
          </p:cNvSpPr>
          <p:nvPr/>
        </p:nvSpPr>
        <p:spPr>
          <a:xfrm>
            <a:off x="609600" y="3067050"/>
            <a:ext cx="514350" cy="5143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BE5A6088-DDF5-468B-8646-88AE452FBC9B}"/>
              </a:ext>
            </a:extLst>
          </p:cNvPr>
          <p:cNvSpPr>
            <a:spLocks noGrp="1"/>
          </p:cNvSpPr>
          <p:nvPr/>
        </p:nvSpPr>
        <p:spPr>
          <a:xfrm>
            <a:off x="609600" y="31527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D7D90324-028A-4368-9073-D74F7807D52B}"/>
              </a:ext>
            </a:extLst>
          </p:cNvPr>
          <p:cNvSpPr>
            <a:spLocks noGrp="1"/>
          </p:cNvSpPr>
          <p:nvPr/>
        </p:nvSpPr>
        <p:spPr>
          <a:xfrm>
            <a:off x="1390650" y="3048000"/>
            <a:ext cx="4191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BE1CD8B0-E2B4-4BB2-9DA4-DB8060DB257C}"/>
              </a:ext>
            </a:extLst>
          </p:cNvPr>
          <p:cNvSpPr>
            <a:spLocks noGrp="1"/>
          </p:cNvSpPr>
          <p:nvPr/>
        </p:nvSpPr>
        <p:spPr>
          <a:xfrm>
            <a:off x="6096000" y="3067050"/>
            <a:ext cx="514350" cy="5143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8FFC1437-0BAE-469B-A5D9-5F20C287E852}"/>
              </a:ext>
            </a:extLst>
          </p:cNvPr>
          <p:cNvSpPr>
            <a:spLocks noGrp="1"/>
          </p:cNvSpPr>
          <p:nvPr/>
        </p:nvSpPr>
        <p:spPr>
          <a:xfrm>
            <a:off x="6096000" y="31527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C0224FDD-2091-4DBD-A77E-8729E6C043DB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4191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2" name="วงรี 11">
            <a:extLst>
              <a:ext uri="{FF2B5EF4-FFF2-40B4-BE49-F238E27FC236}">
                <a16:creationId xmlns:a16="http://schemas.microsoft.com/office/drawing/2014/main" id="{9612B2F2-4E5B-4ED1-B277-E62BBF01EB9F}"/>
              </a:ext>
            </a:extLst>
          </p:cNvPr>
          <p:cNvSpPr>
            <a:spLocks noGrp="1"/>
          </p:cNvSpPr>
          <p:nvPr/>
        </p:nvSpPr>
        <p:spPr>
          <a:xfrm>
            <a:off x="609600" y="4133850"/>
            <a:ext cx="514350" cy="514350"/>
          </a:xfrm>
          <a:prstGeom prst="ellipse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9BF3D841-9736-4E27-8DBB-31F632490FE1}"/>
              </a:ext>
            </a:extLst>
          </p:cNvPr>
          <p:cNvSpPr>
            <a:spLocks noGrp="1"/>
          </p:cNvSpPr>
          <p:nvPr/>
        </p:nvSpPr>
        <p:spPr>
          <a:xfrm>
            <a:off x="609600" y="42195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6521958E-0E49-4751-848F-9D9597FA9751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191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5" name="วงรี 14">
            <a:extLst>
              <a:ext uri="{FF2B5EF4-FFF2-40B4-BE49-F238E27FC236}">
                <a16:creationId xmlns:a16="http://schemas.microsoft.com/office/drawing/2014/main" id="{3049D824-09A3-4E44-8E83-47DD176AE686}"/>
              </a:ext>
            </a:extLst>
          </p:cNvPr>
          <p:cNvSpPr>
            <a:spLocks noGrp="1"/>
          </p:cNvSpPr>
          <p:nvPr/>
        </p:nvSpPr>
        <p:spPr>
          <a:xfrm>
            <a:off x="6096000" y="4133850"/>
            <a:ext cx="514350" cy="51435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AF964D5F-7343-455C-A89B-C3DFCB5CAD44}"/>
              </a:ext>
            </a:extLst>
          </p:cNvPr>
          <p:cNvSpPr>
            <a:spLocks noGrp="1"/>
          </p:cNvSpPr>
          <p:nvPr/>
        </p:nvSpPr>
        <p:spPr>
          <a:xfrm>
            <a:off x="6096000" y="42195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897EEC5C-D68A-4389-9303-B48ABA059325}"/>
              </a:ext>
            </a:extLst>
          </p:cNvPr>
          <p:cNvSpPr>
            <a:spLocks noGrp="1"/>
          </p:cNvSpPr>
          <p:nvPr/>
        </p:nvSpPr>
        <p:spPr>
          <a:xfrm>
            <a:off x="6877050" y="4114800"/>
            <a:ext cx="4191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8" name="สี่เหลี่ยมผืนผ้า: มุมมน 17">
            <a:extLst>
              <a:ext uri="{FF2B5EF4-FFF2-40B4-BE49-F238E27FC236}">
                <a16:creationId xmlns:a16="http://schemas.microsoft.com/office/drawing/2014/main" id="{F86A3124-ED00-4107-8790-7202CAA75D4B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571500"/>
          </a:xfrm>
          <a:prstGeom prst="roundRect">
            <a:avLst>
              <a:gd name="adj" fmla="val 13333"/>
            </a:avLst>
          </a:prstGeom>
          <a:solidFill>
            <a:srgbClr val="E2F4F1"/>
          </a:solidFill>
          <a:ln w="0">
            <a:noFill/>
            <a:prstDash val="solid"/>
          </a:ln>
        </p:spPr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904C4B41-8DA4-40DD-9A4C-7C4A18D433F6}"/>
              </a:ext>
            </a:extLst>
          </p:cNvPr>
          <p:cNvSpPr>
            <a:spLocks noGrp="1"/>
          </p:cNvSpPr>
          <p:nvPr/>
        </p:nvSpPr>
        <p:spPr>
          <a:xfrm>
            <a:off x="838200" y="5619750"/>
            <a:ext cx="1051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20" name="footer-rule-17">
            <a:extLst>
              <a:ext uri="{FF2B5EF4-FFF2-40B4-BE49-F238E27FC236}">
                <a16:creationId xmlns:a16="http://schemas.microsoft.com/office/drawing/2014/main" id="{A74752BA-BAB3-4B0F-9FDA-0FAE0D8C28B6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1" name="footer-label-17">
            <a:extLst>
              <a:ext uri="{FF2B5EF4-FFF2-40B4-BE49-F238E27FC236}">
                <a16:creationId xmlns:a16="http://schemas.microsoft.com/office/drawing/2014/main" id="{5F11BF3D-8BDF-45C9-9595-CA4B69C8DD0C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2" name="footer-page-17">
            <a:extLst>
              <a:ext uri="{FF2B5EF4-FFF2-40B4-BE49-F238E27FC236}">
                <a16:creationId xmlns:a16="http://schemas.microsoft.com/office/drawing/2014/main" id="{5B4634AE-F041-4D5B-A2F1-79A9361C94EE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17</a:t>
            </a:r>
          </a:p>
        </p:txBody>
      </p:sp>
    </p:spTree>
    <p:extLst>
      <p:ext uri="{BB962C8B-B14F-4D97-AF65-F5344CB8AC3E}">
        <p14:creationId xmlns:p14="http://schemas.microsoft.com/office/powerpoint/2010/main" val="635504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ide-accent-18">
            <a:extLst>
              <a:ext uri="{FF2B5EF4-FFF2-40B4-BE49-F238E27FC236}">
                <a16:creationId xmlns:a16="http://schemas.microsoft.com/office/drawing/2014/main" id="{AC540CF4-D8DE-4A76-BD2A-E6E6B96551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8C86"/>
          </a:solidFill>
          <a:ln w="0">
            <a:noFill/>
            <a:prstDash val="solid"/>
          </a:ln>
        </p:spPr>
      </p:sp>
      <p:sp>
        <p:nvSpPr>
          <p:cNvPr id="2" name="kicker-18">
            <a:extLst>
              <a:ext uri="{FF2B5EF4-FFF2-40B4-BE49-F238E27FC236}">
                <a16:creationId xmlns:a16="http://schemas.microsoft.com/office/drawing/2014/main" id="{40E6FA46-21BF-4CE7-86CB-A9EBCFC0503C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8">
            <a:extLst>
              <a:ext uri="{FF2B5EF4-FFF2-40B4-BE49-F238E27FC236}">
                <a16:creationId xmlns:a16="http://schemas.microsoft.com/office/drawing/2014/main" id="{C39CAD0C-777C-4478-964C-B634FD6C5E3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1BCD491F-B179-4E10-919F-0F2AB0FA41C7}"/>
              </a:ext>
            </a:extLst>
          </p:cNvPr>
          <p:cNvSpPr>
            <a:spLocks noGrp="1"/>
          </p:cNvSpPr>
          <p:nvPr/>
        </p:nvSpPr>
        <p:spPr>
          <a:xfrm>
            <a:off x="609600" y="21145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ADB7F406-9208-4932-8662-27E6289E16E3}"/>
              </a:ext>
            </a:extLst>
          </p:cNvPr>
          <p:cNvSpPr>
            <a:spLocks noGrp="1"/>
          </p:cNvSpPr>
          <p:nvPr/>
        </p:nvSpPr>
        <p:spPr>
          <a:xfrm>
            <a:off x="1409700" y="2076450"/>
            <a:ext cx="2800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FBACBAE0-8925-4FAD-8D93-73BC0813D71D}"/>
              </a:ext>
            </a:extLst>
          </p:cNvPr>
          <p:cNvSpPr>
            <a:spLocks noGrp="1"/>
          </p:cNvSpPr>
          <p:nvPr/>
        </p:nvSpPr>
        <p:spPr>
          <a:xfrm>
            <a:off x="4419600" y="21145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1C487C9F-8BB1-4964-A93B-E6D4DB752036}"/>
              </a:ext>
            </a:extLst>
          </p:cNvPr>
          <p:cNvSpPr>
            <a:spLocks noGrp="1"/>
          </p:cNvSpPr>
          <p:nvPr/>
        </p:nvSpPr>
        <p:spPr>
          <a:xfrm>
            <a:off x="1409700" y="270510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A5C6399E-1004-4C18-ABC0-0BE6AC7EF97F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664C72DD-A8F7-456E-B627-2EA2AE60E0F7}"/>
              </a:ext>
            </a:extLst>
          </p:cNvPr>
          <p:cNvSpPr>
            <a:spLocks noGrp="1"/>
          </p:cNvSpPr>
          <p:nvPr/>
        </p:nvSpPr>
        <p:spPr>
          <a:xfrm>
            <a:off x="1409700" y="2952750"/>
            <a:ext cx="2800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CB3B93BD-3F62-4C16-8397-650593367268}"/>
              </a:ext>
            </a:extLst>
          </p:cNvPr>
          <p:cNvSpPr>
            <a:spLocks noGrp="1"/>
          </p:cNvSpPr>
          <p:nvPr/>
        </p:nvSpPr>
        <p:spPr>
          <a:xfrm>
            <a:off x="4419600" y="29908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363561E2-227A-432E-B204-24ED23F32436}"/>
              </a:ext>
            </a:extLst>
          </p:cNvPr>
          <p:cNvSpPr>
            <a:spLocks noGrp="1"/>
          </p:cNvSpPr>
          <p:nvPr/>
        </p:nvSpPr>
        <p:spPr>
          <a:xfrm>
            <a:off x="1409700" y="358140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EEFED8BF-B8ED-4B32-86F8-FF8B6D493782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5487DA4B-0CC7-47D6-B417-A49373D83580}"/>
              </a:ext>
            </a:extLst>
          </p:cNvPr>
          <p:cNvSpPr>
            <a:spLocks noGrp="1"/>
          </p:cNvSpPr>
          <p:nvPr/>
        </p:nvSpPr>
        <p:spPr>
          <a:xfrm>
            <a:off x="1409700" y="3829050"/>
            <a:ext cx="2800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BA2C5908-DE3C-49DA-928F-2D0030D758A1}"/>
              </a:ext>
            </a:extLst>
          </p:cNvPr>
          <p:cNvSpPr>
            <a:spLocks noGrp="1"/>
          </p:cNvSpPr>
          <p:nvPr/>
        </p:nvSpPr>
        <p:spPr>
          <a:xfrm>
            <a:off x="4419600" y="38671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05C8B1B5-5E07-4527-81C0-330F8E8C2ABA}"/>
              </a:ext>
            </a:extLst>
          </p:cNvPr>
          <p:cNvSpPr>
            <a:spLocks noGrp="1"/>
          </p:cNvSpPr>
          <p:nvPr/>
        </p:nvSpPr>
        <p:spPr>
          <a:xfrm>
            <a:off x="1409700" y="445770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F87B6256-57F3-49E1-A945-61F049F98961}"/>
              </a:ext>
            </a:extLst>
          </p:cNvPr>
          <p:cNvSpPr>
            <a:spLocks noGrp="1"/>
          </p:cNvSpPr>
          <p:nvPr/>
        </p:nvSpPr>
        <p:spPr>
          <a:xfrm>
            <a:off x="609600" y="47434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270EFED1-222B-47FD-88D2-7B97D87BAB9D}"/>
              </a:ext>
            </a:extLst>
          </p:cNvPr>
          <p:cNvSpPr>
            <a:spLocks noGrp="1"/>
          </p:cNvSpPr>
          <p:nvPr/>
        </p:nvSpPr>
        <p:spPr>
          <a:xfrm>
            <a:off x="1409700" y="4705350"/>
            <a:ext cx="2800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24086DA3-1929-4560-B4AF-03E1962CB92C}"/>
              </a:ext>
            </a:extLst>
          </p:cNvPr>
          <p:cNvSpPr>
            <a:spLocks noGrp="1"/>
          </p:cNvSpPr>
          <p:nvPr/>
        </p:nvSpPr>
        <p:spPr>
          <a:xfrm>
            <a:off x="4419600" y="47434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สี่เหลี่ยมผืนผ้า: มุมมน 18">
            <a:extLst>
              <a:ext uri="{FF2B5EF4-FFF2-40B4-BE49-F238E27FC236}">
                <a16:creationId xmlns:a16="http://schemas.microsoft.com/office/drawing/2014/main" id="{D4023673-E438-41BC-B127-0111C6DCACD4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7239000" cy="457200"/>
          </a:xfrm>
          <a:prstGeom prst="roundRect">
            <a:avLst>
              <a:gd name="adj" fmla="val 16667"/>
            </a:avLst>
          </a:prstGeom>
          <a:solidFill>
            <a:srgbClr val="E2F4F1"/>
          </a:solidFill>
          <a:ln w="0">
            <a:noFill/>
            <a:prstDash val="solid"/>
          </a:ln>
        </p:spPr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A4E7E90E-7E34-4DFA-8C5E-F611EADEA06B}"/>
              </a:ext>
            </a:extLst>
          </p:cNvPr>
          <p:cNvSpPr>
            <a:spLocks noGrp="1"/>
          </p:cNvSpPr>
          <p:nvPr/>
        </p:nvSpPr>
        <p:spPr>
          <a:xfrm>
            <a:off x="800100" y="5838825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sp>
        <p:nvSpPr>
          <p:cNvPr id="22" name="footer-rule-18">
            <a:extLst>
              <a:ext uri="{FF2B5EF4-FFF2-40B4-BE49-F238E27FC236}">
                <a16:creationId xmlns:a16="http://schemas.microsoft.com/office/drawing/2014/main" id="{0A984B3A-A2FB-4301-AF58-2BF51D3A8AC1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3" name="footer-label-18">
            <a:extLst>
              <a:ext uri="{FF2B5EF4-FFF2-40B4-BE49-F238E27FC236}">
                <a16:creationId xmlns:a16="http://schemas.microsoft.com/office/drawing/2014/main" id="{F0C84320-2C36-48E2-A578-DF6C7C1DB79D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สายสนับสนุน</a:t>
            </a:r>
          </a:p>
        </p:txBody>
      </p:sp>
      <p:sp>
        <p:nvSpPr>
          <p:cNvPr id="24" name="footer-page-18">
            <a:extLst>
              <a:ext uri="{FF2B5EF4-FFF2-40B4-BE49-F238E27FC236}">
                <a16:creationId xmlns:a16="http://schemas.microsoft.com/office/drawing/2014/main" id="{67B531E7-CC45-405D-9746-86F221AE6F1E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17 / 17</a:t>
            </a:r>
          </a:p>
        </p:txBody>
      </p:sp>
    </p:spTree>
    <p:extLst>
      <p:ext uri="{BB962C8B-B14F-4D97-AF65-F5344CB8AC3E}">
        <p14:creationId xmlns:p14="http://schemas.microsoft.com/office/powerpoint/2010/main" val="108668220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3332</Words>
  <Application>Microsoft Office PowerPoint</Application>
  <DocSecurity>0</DocSecurity>
  <PresentationFormat>แบบจอกว้าง</PresentationFormat>
  <Paragraphs>394</Paragraphs>
  <Slides>17</Slides>
  <Notes>17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2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17</vt:i4>
      </vt:variant>
    </vt:vector>
  </HeadingPairs>
  <TitlesOfParts>
    <vt:vector size="20" baseType="lpstr">
      <vt:lpstr>Calibri</vt:lpstr>
      <vt:lpstr>Tahoma</vt:lpstr>
      <vt:lpstr>ChatGPT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pisut palapol</cp:lastModifiedBy>
  <cp:revision>1</cp:revision>
  <dcterms:created xsi:type="dcterms:W3CDTF">2026-08-03T14:00:40Z</dcterms:created>
  <dcterms:modified xsi:type="dcterms:W3CDTF">2026-08-03T23:45:12Z</dcterms:modified>
</cp:coreProperties>
</file>