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fa0769d0a44f06" /><Relationship Type="http://schemas.openxmlformats.org/officeDocument/2006/relationships/extended-properties" Target="/docProps/app.xml" Id="R9466e3f767674764" /><Relationship Type="http://schemas.openxmlformats.org/officeDocument/2006/relationships/officeDocument" Target="/ppt/presentation.xml" Id="Rced18a4df6384d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c50aa930934d25"/>
  </p:sldMasterIdLst>
  <p:notesMasterIdLst>
    <p:notesMasterId xmlns:r="http://schemas.openxmlformats.org/officeDocument/2006/relationships" r:id="Rf970149b4e2f4817"/>
  </p:notesMasterIdLst>
  <p:sldIdLst>
    <p:sldId xmlns:r="http://schemas.openxmlformats.org/officeDocument/2006/relationships" id="256" r:id="R708dd0864e334213"/>
    <p:sldId xmlns:r="http://schemas.openxmlformats.org/officeDocument/2006/relationships" id="257" r:id="R4d681224831840dc"/>
    <p:sldId xmlns:r="http://schemas.openxmlformats.org/officeDocument/2006/relationships" id="258" r:id="R2622e1ef101b4292"/>
    <p:sldId xmlns:r="http://schemas.openxmlformats.org/officeDocument/2006/relationships" id="259" r:id="Rc968975c8d844350"/>
    <p:sldId xmlns:r="http://schemas.openxmlformats.org/officeDocument/2006/relationships" id="260" r:id="R2ab28a0196674e6e"/>
    <p:sldId xmlns:r="http://schemas.openxmlformats.org/officeDocument/2006/relationships" id="261" r:id="Rfc149c02a18b4245"/>
    <p:sldId xmlns:r="http://schemas.openxmlformats.org/officeDocument/2006/relationships" id="262" r:id="Ra7c0051490d94d72"/>
    <p:sldId xmlns:r="http://schemas.openxmlformats.org/officeDocument/2006/relationships" id="263" r:id="R9eaeb2f406cb4a3f"/>
    <p:sldId xmlns:r="http://schemas.openxmlformats.org/officeDocument/2006/relationships" id="264" r:id="R0e36079390d74e7e"/>
    <p:sldId xmlns:r="http://schemas.openxmlformats.org/officeDocument/2006/relationships" id="265" r:id="R8940a9bcde3d47a2"/>
    <p:sldId xmlns:r="http://schemas.openxmlformats.org/officeDocument/2006/relationships" id="266" r:id="R2f663d1e7dd04aff"/>
    <p:sldId xmlns:r="http://schemas.openxmlformats.org/officeDocument/2006/relationships" id="267" r:id="R5ef9ba89a3d84bfc"/>
    <p:sldId xmlns:r="http://schemas.openxmlformats.org/officeDocument/2006/relationships" id="268" r:id="Rd1f6915e472a48f5"/>
    <p:sldId xmlns:r="http://schemas.openxmlformats.org/officeDocument/2006/relationships" id="269" r:id="R00aea908f28d48ca"/>
    <p:sldId xmlns:r="http://schemas.openxmlformats.org/officeDocument/2006/relationships" id="270" r:id="R76641b74f27d42de"/>
    <p:sldId xmlns:r="http://schemas.openxmlformats.org/officeDocument/2006/relationships" id="271" r:id="R8bd6d63d1f1c4466"/>
    <p:sldId xmlns:r="http://schemas.openxmlformats.org/officeDocument/2006/relationships" id="272" r:id="R95ad89e29fec4ce6"/>
    <p:sldId xmlns:r="http://schemas.openxmlformats.org/officeDocument/2006/relationships" id="273" r:id="R161a500217c949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2e900ea9d96405b" /><Relationship Type="http://schemas.openxmlformats.org/officeDocument/2006/relationships/slideMaster" Target="/ppt/slideMasters/slideMaster1.xml" Id="R01c50aa930934d25" /><Relationship Type="http://schemas.openxmlformats.org/officeDocument/2006/relationships/notesMaster" Target="/ppt/notesMasters/notesMaster1.xml" Id="Rf970149b4e2f4817" /><Relationship Type="http://schemas.openxmlformats.org/officeDocument/2006/relationships/presProps" Target="/ppt/presProps.xml" Id="R263313b77d124ec4" /><Relationship Type="http://schemas.openxmlformats.org/officeDocument/2006/relationships/tableStyles" Target="/ppt/tableStyles.xml" Id="Rc92677ab6f4a47bb" /><Relationship Type="http://schemas.openxmlformats.org/officeDocument/2006/relationships/slide" Target="/ppt/slides/slide1.xml" Id="R708dd0864e334213" /><Relationship Type="http://schemas.openxmlformats.org/officeDocument/2006/relationships/slide" Target="/ppt/slides/slide2.xml" Id="R4d681224831840dc" /><Relationship Type="http://schemas.openxmlformats.org/officeDocument/2006/relationships/slide" Target="/ppt/slides/slide3.xml" Id="R2622e1ef101b4292" /><Relationship Type="http://schemas.openxmlformats.org/officeDocument/2006/relationships/slide" Target="/ppt/slides/slide4.xml" Id="Rc968975c8d844350" /><Relationship Type="http://schemas.openxmlformats.org/officeDocument/2006/relationships/slide" Target="/ppt/slides/slide5.xml" Id="R2ab28a0196674e6e" /><Relationship Type="http://schemas.openxmlformats.org/officeDocument/2006/relationships/slide" Target="/ppt/slides/slide6.xml" Id="Rfc149c02a18b4245" /><Relationship Type="http://schemas.openxmlformats.org/officeDocument/2006/relationships/slide" Target="/ppt/slides/slide7.xml" Id="Ra7c0051490d94d72" /><Relationship Type="http://schemas.openxmlformats.org/officeDocument/2006/relationships/slide" Target="/ppt/slides/slide8.xml" Id="R9eaeb2f406cb4a3f" /><Relationship Type="http://schemas.openxmlformats.org/officeDocument/2006/relationships/slide" Target="/ppt/slides/slide9.xml" Id="R0e36079390d74e7e" /><Relationship Type="http://schemas.openxmlformats.org/officeDocument/2006/relationships/slide" Target="/ppt/slides/slide10.xml" Id="R8940a9bcde3d47a2" /><Relationship Type="http://schemas.openxmlformats.org/officeDocument/2006/relationships/slide" Target="/ppt/slides/slide11.xml" Id="R2f663d1e7dd04aff" /><Relationship Type="http://schemas.openxmlformats.org/officeDocument/2006/relationships/slide" Target="/ppt/slides/slide12.xml" Id="R5ef9ba89a3d84bfc" /><Relationship Type="http://schemas.openxmlformats.org/officeDocument/2006/relationships/slide" Target="/ppt/slides/slide13.xml" Id="Rd1f6915e472a48f5" /><Relationship Type="http://schemas.openxmlformats.org/officeDocument/2006/relationships/slide" Target="/ppt/slides/slide14.xml" Id="R00aea908f28d48ca" /><Relationship Type="http://schemas.openxmlformats.org/officeDocument/2006/relationships/slide" Target="/ppt/slides/slide15.xml" Id="R76641b74f27d42de" /><Relationship Type="http://schemas.openxmlformats.org/officeDocument/2006/relationships/slide" Target="/ppt/slides/slide16.xml" Id="R8bd6d63d1f1c4466" /><Relationship Type="http://schemas.openxmlformats.org/officeDocument/2006/relationships/slide" Target="/ppt/slides/slide17.xml" Id="R95ad89e29fec4ce6" /><Relationship Type="http://schemas.openxmlformats.org/officeDocument/2006/relationships/slide" Target="/ppt/slides/slide18.xml" Id="R161a500217c949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83f07b33c448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ceb48615654097" /><Relationship Type="http://schemas.openxmlformats.org/officeDocument/2006/relationships/notesMaster" Target="/ppt/notesMasters/notesMaster1.xml" Id="R82219c9ff1674d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6c3085117304cc7" /><Relationship Type="http://schemas.openxmlformats.org/officeDocument/2006/relationships/notesMaster" Target="/ppt/notesMasters/notesMaster1.xml" Id="R88e7a087d4d24a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b97f29c3ac4921" /><Relationship Type="http://schemas.openxmlformats.org/officeDocument/2006/relationships/notesMaster" Target="/ppt/notesMasters/notesMaster1.xml" Id="Rfd4ca2cfc69a45b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5377488b40d4dae" /><Relationship Type="http://schemas.openxmlformats.org/officeDocument/2006/relationships/notesMaster" Target="/ppt/notesMasters/notesMaster1.xml" Id="Re0ead6113ccd43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63f689d7a86443e" /><Relationship Type="http://schemas.openxmlformats.org/officeDocument/2006/relationships/notesMaster" Target="/ppt/notesMasters/notesMaster1.xml" Id="Rd6680058bd544f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1f17165cb743c0" /><Relationship Type="http://schemas.openxmlformats.org/officeDocument/2006/relationships/notesMaster" Target="/ppt/notesMasters/notesMaster1.xml" Id="R1a44d5165b304c9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230865cebd4c67" /><Relationship Type="http://schemas.openxmlformats.org/officeDocument/2006/relationships/notesMaster" Target="/ppt/notesMasters/notesMaster1.xml" Id="R2a611a3e90224e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5bb1f2454a4362" /><Relationship Type="http://schemas.openxmlformats.org/officeDocument/2006/relationships/notesMaster" Target="/ppt/notesMasters/notesMaster1.xml" Id="Re006f1569cdf408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8a9e9e958741e2" /><Relationship Type="http://schemas.openxmlformats.org/officeDocument/2006/relationships/notesMaster" Target="/ppt/notesMasters/notesMaster1.xml" Id="R70651fe90ccb431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dc0d530b594ece" /><Relationship Type="http://schemas.openxmlformats.org/officeDocument/2006/relationships/notesMaster" Target="/ppt/notesMasters/notesMaster1.xml" Id="Rf24ee97a07d44a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ba44ddd580a4ef6" /><Relationship Type="http://schemas.openxmlformats.org/officeDocument/2006/relationships/notesMaster" Target="/ppt/notesMasters/notesMaster1.xml" Id="R2509cab88d224a0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7be041486a443e" /><Relationship Type="http://schemas.openxmlformats.org/officeDocument/2006/relationships/notesMaster" Target="/ppt/notesMasters/notesMaster1.xml" Id="R9425622c42aa40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85ac5432b6b4401" /><Relationship Type="http://schemas.openxmlformats.org/officeDocument/2006/relationships/notesMaster" Target="/ppt/notesMasters/notesMaster1.xml" Id="R1c82f4e7204a41b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b427989305847d5" /><Relationship Type="http://schemas.openxmlformats.org/officeDocument/2006/relationships/notesMaster" Target="/ppt/notesMasters/notesMaster1.xml" Id="R84e0130d190f4df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935d8f6ff1c4728" /><Relationship Type="http://schemas.openxmlformats.org/officeDocument/2006/relationships/notesMaster" Target="/ppt/notesMasters/notesMaster1.xml" Id="Rd9d5685bd61349d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36bbd3259fb4f86" /><Relationship Type="http://schemas.openxmlformats.org/officeDocument/2006/relationships/notesMaster" Target="/ppt/notesMasters/notesMaster1.xml" Id="R920c91b713c2404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6d8e821a1b645fd" /><Relationship Type="http://schemas.openxmlformats.org/officeDocument/2006/relationships/notesMaster" Target="/ppt/notesMasters/notesMaster1.xml" Id="Rbc54c2c5eaa8437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af87042291403e" /><Relationship Type="http://schemas.openxmlformats.org/officeDocument/2006/relationships/notesMaster" Target="/ppt/notesMasters/notesMaster1.xml" Id="R94d23e56a86c4a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สำหรับช่วงบ่ายนี้เราจะมาดูการใช้งานระบบประเมินผลการปฏิบัติงานบุคลากร หรือ MSU EVA สำหรับบุคลากรสายสนับสนุนกันนะครับ บางท่านอาจอยู่ต่อจากช่วงเช้า บางท่านเพิ่งเข้ามาใหม่ และมีทั้งผู้รับการประเมิน ผู้ประเมิน ผู้บริหาร รวมถึงผู้ประเมินระบบ ไม่ต้องกังวลครับ เราจะเริ่มจากภาพรวมสั้น ๆ ก่อน แล้วผมจะสาธิตหนึ่งรายการให้ดู หลังจากนั้นทุกท่านจะได้ทดลองกับบัญชีที่เตรียมไว้ครับ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เป้าหมายของช่วงบ่ายนี้ชัดเจนครับ เราจะทำกิจกรรมหนึ่งรายการให้ครบ ตั้งแต่เลือกกิจกรรม กรอกเป้าหมายและผล ตรวจคะแนน แนบหลักฐาน ไปจนถึงบันทึกร่าง ที่สำคัญคือเราต้องอธิบายได้ว่าคะแนนเกิดจากข้อมูลใด รอบประเมินเป็นสิ่งที่ผู้ดูแลระบบกำหนดไว้แล้วนะครับ ผู้ใช้งานมีหน้าที่ตรวจรอบกับรายการที่ได้รับมอบหมาย เมื่อพร้อมแล้ว ทีนี้เรามาดูว่าระบบช่วยงานส่วนไหนบ้างครับ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ระบบไม่ได้มีแค่หน้ากรอกกิจกรรมนะครับ ระบบครอบคลุมตั้งแต่การจัดการผู้ใช้และสิทธิ์ การสร้างเกณฑ์ การกำหนดรอบและมอบหมายงาน ไปจนถึงการกรอกข้อมูล การประเมิน ติดตามสถานะ และส่งออกรายงาน ส่วนงานเตรียมระบบเป็นหน้าที่ของ Admin ผู้เข้าอบรมทั่วไปจึงไม่ต้องสร้างหรือเลือกรอบประเมินเองครับ เราตรวจเฉพาะงานที่ได้รับ แล้วดำเนินการตามสิทธิ์ของเรา ต่อไปมาทำความรู้จักผู้ใช้งานแต่ละกลุ่มกันครับ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ในระบบมีห้าบทบาทหลักครับ ได้แก่ Admin ผู้รับการประเมิน ผู้ประเมิน กรรมการ และผู้บริหาร แต่ละบทบาทจะเห็นเมนูต่างกัน ตรงนี้ขอเน้นครับ Admin เป็นผู้กำหนดผู้ใช้ เกณฑ์ รอบประเมิน การมอบหมาย และลำดับผู้ประเมิน ส่วนบทบาทผู้ประเมิน กรรมการ และผู้บริหารจะถูกใช้ตามขั้นที่ Admin จัดไว้ บางงานอาจใช้ไม่ครบทุกบทบาท และงานจะเสร็จสมบูรณ์เมื่อผู้ประเมินลำดับสุดท้ายกดยืนยันผลครับ เมื่อรู้ว่าใครทำอะไรแล้ว เรามาดูเส้นทางของงานทั้งกระบวนการกันครับ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ลองดูภาพนี้จากซ้ายไปขวาครับ ผู้รับการประเมินเปิดงาน เลือกกิจกรรม กรอกผล ตรวจคะแนนและหลักฐาน แล้วจึงส่งแบบประเมิน หลังจากนั้นระบบส่งงานให้ผู้ประเมินทีละคนตามลำดับ คนสุดท้ายยืนยันเมื่อใด งานจึงเป็นประเมินเสร็จสิ้น หรือ Completed ครับ จำไว้ว่าแต่ละปุ่มมีผลกับคนถัดไป เมื่อเห็นภาพรวมแล้ว ต่อไปเราจะเริ่มจากบทบาทของผู้กรอกข้อมูลครับ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ผู้รับการประเมินเป็นคนเตรียมเรื่องราวของกิจกรรมให้ครบครับ เราต้องบอกให้ได้ว่าทำกิจกรรมอะไร ตั้งเป้าหมายไว้เท่าไร ผลจริงเป็นอย่างไร และมีหลักฐานใดยืนยัน ถ้าข้อมูลยังไม่พร้อมก็ใช้บันทึกร่างก่อนได้ ไม่ต้องรีบส่งครับ เพราะข้อมูลที่เราเตรียมตรงนี้จะเป็นฐานให้ผู้ประเมินตัดสินใจ เมื่อเข้าใจหน้าที่นี้แล้ว ต่อไปเรามาดูจุดเริ่มต้นบนแดชบอร์ดครับ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ต่อไปมาที่แดชบอร์ดของฉันครับ ก่อนเปิดงานให้ตรวจรอบประเมินที่ผู้ดูแลระบบกำหนด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ถ้ารายการไม่ตรงให้หยุดและแจ้งผู้ดูแลระบบก่อน บนแดชบอร์ดให้สังเกตชื่อรอบ ชื่อรายการ และปุ่มเปิดงานครับ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ลองสังเกตความเชื่อมโยงนะครับ โครงการบอกบริบท กิจกรรมบอกว่างานที่ทำคืออะไร ตัวชี้วัดบอกว่าจะวัดผลแบบไหน และหลักฐานยืนยันผลนั้น ถ้าข้อมูลเหล่านี้ไปคนละทิศ ผู้ประเมินจะอ่านแล้วไม่เห็นภาพครับ เพราะฉะนั้นให้เริ่มจากเลือกกิจกรรมที่ตรงกับงานจริงก่อน แล้วค่อยกรอกเป้าหมายกับผล ต่อไปเราจะดูช่องที่ต้องกรอกกันครับ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มีสามส่วนที่อยากให้ดูครับ คือเป้าหมาย ผลที่ทำได้ และรายละเอียดกิจกรรม เป้าหมายคือค่าที่ตั้งไว้ ส่วนผลที่ทำได้คือสิ่งที่เกิดขึ้นจริง อย่าสลับสองช่องนี้นะครับ รายละเอียดกิจกรรมควรเขียนสั้น ๆ แต่บอกได้ว่าทำอะไรและเกิดผลอย่างไร เมื่อข้อมูลครบ ระบบจะนำไปคำนวณคะแนน ทีนี้เรามาดูสูตรแบบง่าย ๆ 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สูตรนี้ดูเหมือนมีหลายตัว แต่หลักคิดไม่ซับซ้อน คะแนนถ่วงน้ำหนักเท่ากับน้ำหนักคูณคะแนนที่ทำได้ แล้วหารหนึ่งร้อย น้ำหนักบอกความสำคัญของรายการ ส่วนคะแนนที่ทำได้มาจากผลเทียบกับเกณฑ์ ตรงนี้อย่ากรอกคะแนนถ่วงน้ำหนักเองนะครับ ระบบคำนวณให้ หน้าที่ของเราคือตรวจว่าค่าต้นทางถูกต้อง ต่อไปลองคำนวณจากตัวอย่างจริงกันครับ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ลองช่วยกันคิดนะครับ ถ้าน้ำหนักเท่ากับยี่สิบ และคะแนนที่ทำได้เท่ากับแปดสิบ ผลจะเป็นเท่าไรครับ ใช่ครับ คำตอบคือสิบหกคะแนน เพราะยี่สิบคูณแปดสิบแล้วหารหนึ่งร้อย ตัวอย่างนี้ช่วยให้เราตรวจคร่าว ๆ ได้ว่าคะแนนบนหน้าจอสมเหตุสมผลหรือไม่ ถ้าคะแนนไม่ตรง ให้ย้อนดูน้ำหนัก คะแนนที่ทำได้ และหน่วยข้อมูลก่อนครับ</a:t>
            </a:r>
          </a:p>
          <a:p xmlns:a="http://schemas.openxmlformats.org/drawingml/2006/main">
            <a:r>
              <a:t>[ถามผู้เข้าอบรม] ถ้าน้ำหนักเป็น 30 และคะแนนที่ทำได้เป็น 70 คะแนนถ่วงน้ำหนักควรเป็นเท่าไรครับ</a:t>
            </a:r>
          </a:p>
          <a:p xmlns:a="http://schemas.openxmlformats.org/drawingml/2006/main">
            <a:r>
              <a:t>[พูด] คำตอบคือ 21 คะแนนครับ ต่อไปเราจะดูหลักฐานที่ใช้รองรับผลกิจกรรม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หลักฐานที่ดีต้องเปิดได้ ตรงกับกิจกรรม และรู้ว่าเป็นเอกสารของรายการใดครับ ลิงก์ควรเปิดได้จากบัญชีของผู้ประเมิน ไม่ใช่เปิดได้เฉพาะเจ้าของไฟล์ และควรตั้งชื่อไฟล์ให้ค้นหาได้ง่าย หลักฐานควรผ่านการตรวจทั้งคะแนนที่ระบบคำนวณ การเปิดลิงก์ และความตรงกับกิจกรรมครับ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ถ้าข้อมูลยังไม่ครบ ให้บันทึกร่างไว้ก่อน เมื่อข้อมูลและหลักฐานครบแล้วจึงส่งแบบประเมินครับ ก่อนยืนยัน ลองหยุดตรวจอีกครั้งว่าผลที่ทำได้สอดคล้องกับรายละเอียดกิจกรรมและหลักฐานหรือไม่ วันนี้ตอนทดลองเราจะหยุดที่บันทึกร่างนะครับ ส่วนต่อไปผมจะอธิบายให้เห็นว่าเมื่อส่งจริง งานเดินต่ออย่างไร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ระบบจะส่งงานตามลำดับผู้ประเมินที่ Admin กำหนดไว้ครับ ผู้ประเมินแต่ละคนตรวจ ให้ผล และส่งต่อไปยังคนถัดไป จำนวนขั้นและสิทธิ์อาจไม่เหมือนกันในทุกงาน เพราะฉะนั้นอย่าคาดเดาจากชื่อตำแหน่ง ให้ดูสถานะและลำดับของรายการนั้นเป็นหลัก เมื่อเข้าใจตรงนี้แล้ว ต่อไปเรามาดูหน้าที่ของผู้ประเมินครับ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ตอนนี้เราอยู่ในมุมผู้ประเมินครับ สิ่งที่ต้องตรวจคือผลกิจกรรม เป้าหมาย คะแนนที่ระบบคำนวณ และหลักฐานว่าตรงกับเกณฑ์หรือไม่ ควรเปิดหลักฐานจริงก่อนให้ผลนะครับ ไม่ควรดูเฉพาะชื่อไฟล์ เมื่อผู้ประเมินได้รับงาน ควรแยกให้ชัดว่าข้อมูลใดมาจากผู้รับการประเมิน และส่วนใดเป็นการตัดสินใจของผู้ประเมินครับ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ผู้ประเมินแต่ละคนทำงานเฉพาะขั้นของตัวเองครับ เมื่อตรวจครบแล้วจึงส่งต่อ คนถัดไปจึงจะรับงาน และเมื่อถึงคนสุดท้าย บุคคลนั้นจะยืนยันขั้นสุดท้ายจนสถานะเป็น Completed คนสุดท้ายอาจเป็นบทบาทใดก็ได้ตามลำดับที่ Admin กำหนดนะครับ เมื่อส่งต่องาน สถานะและผู้รับผิดชอบจะเปลี่ยนไปตามลำดับ จนผู้ประเมินลำดับสุดท้ายยืนยันผลครับ</a:t>
            </a:r>
          </a:p>
          <a:p xmlns:a="http://schemas.openxmlformats.org/drawingml/2006/main">
            <a:r>
              <a:t>[เริ่มสาธิตระบบ] ต่อไปผมจะสาธิตขั้นตอนทั้งหมดบนระบบให้ดู ตั้งแต่เริ่มต้นจนงานเสร็จครับ ทุกท่านยังไม่ต้องกดตาม ให้สังเกตลำดับการทำงานก่อน</a:t>
            </a:r>
          </a:p>
          <a:p xmlns:a="http://schemas.openxmlformats.org/drawingml/2006/main">
            <a:r>
              <a:t>[สาธิตต่อเนื่อง]</a:t>
            </a:r>
          </a:p>
          <a:p xmlns:a="http://schemas.openxmlformats.org/drawingml/2006/main">
            <a:r>
              <a:t>1. เปิดแดชบอร์ดและรายการที่ได้รับมอบหมาย</a:t>
            </a:r>
          </a:p>
          <a:p xmlns:a="http://schemas.openxmlformats.org/drawingml/2006/main">
            <a:r>
              <a:t>2. กรอกกิจกรรม เป้าหมาย และผล</a:t>
            </a:r>
          </a:p>
          <a:p xmlns:a="http://schemas.openxmlformats.org/drawingml/2006/main">
            <a:r>
              <a:t>3. ตรวจคะแนนที่ระบบคำนวณ</a:t>
            </a:r>
          </a:p>
          <a:p xmlns:a="http://schemas.openxmlformats.org/drawingml/2006/main">
            <a:r>
              <a:t>4. แนบและเปิดหลักฐาน</a:t>
            </a:r>
          </a:p>
          <a:p xmlns:a="http://schemas.openxmlformats.org/drawingml/2006/main">
            <a:r>
              <a:t>5. บันทึกร่าง</a:t>
            </a:r>
          </a:p>
          <a:p xmlns:a="http://schemas.openxmlformats.org/drawingml/2006/main">
            <a:r>
              <a:t>6. ตรวจความพร้อมและส่งแบบประเมิน</a:t>
            </a:r>
          </a:p>
          <a:p xmlns:a="http://schemas.openxmlformats.org/drawingml/2006/main">
            <a:r>
              <a:t>7. เปิดมุมผู้ประเมิน</a:t>
            </a:r>
          </a:p>
          <a:p xmlns:a="http://schemas.openxmlformats.org/drawingml/2006/main">
            <a:r>
              <a:t>8. ตรวจข้อมูล ให้ผล และส่งต่อ</a:t>
            </a:r>
          </a:p>
          <a:p xmlns:a="http://schemas.openxmlformats.org/drawingml/2006/main">
            <a:r>
              <a:t>9. เปิดบัญชีผู้ประเมินลำดับสุดท้าย</a:t>
            </a:r>
          </a:p>
          <a:p xmlns:a="http://schemas.openxmlformats.org/drawingml/2006/main">
            <a:r>
              <a:t>10. ยืนยันผลจนสถานะเป็น ประเมินเสร็จสิ้น (Completed)</a:t>
            </a:r>
          </a:p>
          <a:p xmlns:a="http://schemas.openxmlformats.org/drawingml/2006/main">
            <a:r>
              <a:t>[กลับมานำเสนอ] เมื่อเห็นขั้นตอนทั้งหมดแล้ว ต่อไปทุกท่านจะได้ทดลองทำด้วยบัญชีที่เตรียมไว้ครับ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ทีนี้ถึงเวลาลองทำด้วยตัวเองแล้วครับ ให้ทุกท่านเปิดบัญชีที่เตรียมไว้ ผู้ที่เคยทดสอบระบบแล้วลองเน้นตรวจคะแนนและความสัมพันธ์ของหลักฐาน ส่วนผู้ที่เพิ่งเริ่มให้ทำทีละขั้น เลือกกิจกรรม กรอกเป้าหมายและผล ตรวจคะแนน แนบหลักฐาน แล้วบันทึกร่าง ถ้าติดตรงไหนยกมือได้เลยครับ ยังไม่ต้องกดส่งแบบประเมิน เพราะเราจะตรวจความพร้อมร่วมกันก่อน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 ขอฝากวิธีตรวจปัญหาเบื้องต้นไว้สี่จุดครับ ดูรอบและรายการ สิทธิ์ของบัญชี สถานะงาน และข้อมูลบังคับรวมถึงลิงก์หลักฐาน ถ้าคะแนนไม่เป็นไปตามที่คิด ให้ย้อนดูน้ำหนัก คะแนนที่ทำได้ และหน่วยก่อน หากยังแก้ไม่ได้ ให้จดชื่อรายการ สถานะ และข้อความที่พบ แล้วแจ้งผู้ดูแลระบบครับ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ตอนนี้มีใครติดที่การเลือกกิจกรรม การคำนวณคะแนน หรือการเปิดหลักฐานไหมครับ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ขอให้จำไว้ครับ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ca6cea5587430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a04daf82674cc8" /><Relationship Type="http://schemas.openxmlformats.org/officeDocument/2006/relationships/slideLayout" Target="/ppt/slideLayouts/slideLayout1.xml" Id="R29b4f58ed29045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9b4f58ed29045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8916513e94941" /><Relationship Type="http://schemas.openxmlformats.org/officeDocument/2006/relationships/image" Target="/ppt/media/image.jpeg" Id="R072684655ecf4e29" /><Relationship Type="http://schemas.openxmlformats.org/officeDocument/2006/relationships/image" Target="/ppt/media/image.png" Id="R91259323042c493d" /><Relationship Type="http://schemas.openxmlformats.org/officeDocument/2006/relationships/image" Target="/ppt/media/image2.png" Id="R043af6b08deb4eba" /><Relationship Type="http://schemas.openxmlformats.org/officeDocument/2006/relationships/notesSlide" Target="/ppt/notesSlides/notesSlide1.xml" Id="R5672222770aa42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fcb7d25fe42a8" /><Relationship Type="http://schemas.openxmlformats.org/officeDocument/2006/relationships/notesSlide" Target="/ppt/notesSlides/notesSlide2.xml" Id="R1cce16d47c554cf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5cf2e47e9466e" /><Relationship Type="http://schemas.openxmlformats.org/officeDocument/2006/relationships/notesSlide" Target="/ppt/notesSlides/notesSlide3.xml" Id="R64ed970fd49f4b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34aacdc23e4194" /><Relationship Type="http://schemas.openxmlformats.org/officeDocument/2006/relationships/notesSlide" Target="/ppt/notesSlides/notesSlide4.xml" Id="R72e5db11b2e24e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4a663329574717" /><Relationship Type="http://schemas.openxmlformats.org/officeDocument/2006/relationships/notesSlide" Target="/ppt/notesSlides/notesSlide5.xml" Id="R83e6fc4bfbc74b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c54322120f4a00" /><Relationship Type="http://schemas.openxmlformats.org/officeDocument/2006/relationships/notesSlide" Target="/ppt/notesSlides/notesSlide6.xml" Id="R1e49a53978374d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79cba7bd642c3" /><Relationship Type="http://schemas.openxmlformats.org/officeDocument/2006/relationships/notesSlide" Target="/ppt/notesSlides/notesSlide7.xml" Id="R41a4bc67dfe348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e3c444ef746d8" /><Relationship Type="http://schemas.openxmlformats.org/officeDocument/2006/relationships/notesSlide" Target="/ppt/notesSlides/notesSlide8.xml" Id="R428c6e15e10a4b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7dde5ec1c4033" /><Relationship Type="http://schemas.openxmlformats.org/officeDocument/2006/relationships/notesSlide" Target="/ppt/notesSlides/notesSlide9.xml" Id="R7f33e107da7b44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e2b6271af84244" /><Relationship Type="http://schemas.openxmlformats.org/officeDocument/2006/relationships/notesSlide" Target="/ppt/notesSlides/notesSlide10.xml" Id="R6dce3f0756074bb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7e56f51d4461e" /><Relationship Type="http://schemas.openxmlformats.org/officeDocument/2006/relationships/notesSlide" Target="/ppt/notesSlides/notesSlide11.xml" Id="R344bdff8c09d4f6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da2877ce844785" /><Relationship Type="http://schemas.openxmlformats.org/officeDocument/2006/relationships/notesSlide" Target="/ppt/notesSlides/notesSlide12.xml" Id="R70a49b3ed2734e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731c7f6e34ec1" /><Relationship Type="http://schemas.openxmlformats.org/officeDocument/2006/relationships/notesSlide" Target="/ppt/notesSlides/notesSlide13.xml" Id="Rfdb173bdf2834a5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63ba91b134bef" /><Relationship Type="http://schemas.openxmlformats.org/officeDocument/2006/relationships/notesSlide" Target="/ppt/notesSlides/notesSlide14.xml" Id="R285a4a8be17a4d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cb9fe335e4215" /><Relationship Type="http://schemas.openxmlformats.org/officeDocument/2006/relationships/notesSlide" Target="/ppt/notesSlides/notesSlide15.xml" Id="R67b8dccb06254e4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831497d954318" /><Relationship Type="http://schemas.openxmlformats.org/officeDocument/2006/relationships/notesSlide" Target="/ppt/notesSlides/notesSlide16.xml" Id="R5d86524c352446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9b6bb7647c440b" /><Relationship Type="http://schemas.openxmlformats.org/officeDocument/2006/relationships/notesSlide" Target="/ppt/notesSlides/notesSlide17.xml" Id="Rf7586e4161fa442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b01c990c74918" /><Relationship Type="http://schemas.openxmlformats.org/officeDocument/2006/relationships/image" Target="/ppt/media/image3.png" Id="R75b676bac08f49b3" /><Relationship Type="http://schemas.openxmlformats.org/officeDocument/2006/relationships/notesSlide" Target="/ppt/notesSlides/notesSlide18.xml" Id="Rba9172a7610145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684655ecf4e29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230775A3-31CA-4654-952D-33C1BB01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A283370-CE74-41D3-A7F9-C29C03C0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259323042c493d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C3599FED-647D-49A0-9AE5-5F15FABB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A682ACDD-8065-4AFE-8A8A-0B3B7ECE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7773968-1A2E-48DC-8103-D94081E7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4770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5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5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ระบบประเมินผลการปฏิบัติงานบุคลากร</a:t>
            </a:r>
          </a:p>
        </p:txBody>
      </p:sp>
      <p:sp>
        <p:nvSpPr>
          <p:cNvPr id="8" name="cover-system-short-name">
            <a:extLst xmlns:a="http://schemas.openxmlformats.org/drawingml/2006/main">
              <a:ext uri="{FF2B5EF4-FFF2-40B4-BE49-F238E27FC236}">
                <a16:creationId xmlns:a16="http://schemas.microsoft.com/office/drawing/2014/main" id="{55DAF244-ABE8-4ABD-9E27-4AF13F768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14750"/>
            <a:ext cx="571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(MSU EVA)  •  สายสนับสนุน</a:t>
            </a:r>
          </a:p>
        </p:txBody>
      </p:sp>
      <p:sp>
        <p:nvSpPr>
          <p:cNvPr id="9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71A21E8C-1C0C-49A8-9EC4-43F34FB5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CC3A2619-3112-417E-9057-7F4DE6F9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1" name="cover-style">
            <a:extLst xmlns:a="http://schemas.openxmlformats.org/drawingml/2006/main">
              <a:ext uri="{FF2B5EF4-FFF2-40B4-BE49-F238E27FC236}">
                <a16:creationId xmlns:a16="http://schemas.microsoft.com/office/drawing/2014/main" id="{A606FD9A-8E37-4A20-80DA-7672470B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af6b08deb4eba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6758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9D6ECC8C-FDE9-4FB2-8EE1-6777CFCE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6AC7F029-70B8-419F-86CB-913892B2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EE6396F6-CACC-4F9B-8399-76C4F187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315D70-3616-4451-A3F7-D7E445B2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CC336-D387-4701-AC0C-35E8C8DC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8DA445-4C56-40DA-BB15-3EE3EAB1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BC7C8-90C9-4295-8EAD-1E40D726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310BC-2DB0-473C-9255-9480275A2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447BA-DD77-480F-A174-D5AFDE8B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F48696-602F-407A-97EF-A086388ED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CB8845-BF7C-4C41-8F24-D3D78D92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CC79FD-AF43-45D1-B1FE-5D304F88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AA701-6C7A-476F-A8D3-A193B5546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E3560FCF-3663-414D-862E-EFFC07D5C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F5EB1-5BBE-4DE7-BAB6-94DB042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8FD49A-9FD2-4367-99A9-11342823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A3AD2AC2-F21E-4BFC-A997-B5C23F76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13ABA7BA-645F-438F-B80C-59A768986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9A4D2FFA-6C0B-4D00-9EC3-0C2F4F447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1096758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5BF386A4-30D8-4351-AC0D-12CB5ED1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8C54917F-C11A-4E71-B7B8-E156E3DA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0E2656AE-09F8-4A65-8F51-B9DBA1C7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12D81-4295-497F-9416-4787CEB5F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D5EB675B-CC94-4B43-8CEC-CDC689DD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421334-5620-4732-B57A-F14178239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9E7CC-37E5-4C37-878F-627E31B0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56FF99-7B6F-4536-BCCB-E919E861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3662A-88E7-4433-88BB-58AF83D69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EBC1C-4A4C-4413-A055-9CB66FE1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3F167-4FC8-4727-A6DD-5A07CBD3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9A51F2-5BBE-4DFD-8C5F-8002B7223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B0698F-E8B7-47D5-A098-EA3B70440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CE7CF-59B5-43A0-B0F2-DCDBABD9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3C391E-4266-4502-9DD3-829228C39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EE9ADD-05B9-437A-9186-2349241C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793C515-99BD-4081-9B8A-0682C7AE0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388E30-152B-464F-8A51-FA999BE9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BB522A-32A4-4001-8A2C-858BD9791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F1D2E-2A7A-464C-8769-BE349EFF1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8CF7BF-ADA2-4BA0-A6CC-A1ECB362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863959-C304-4CDF-B4B4-27209B8A3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7306EC-B225-456C-B22B-2CA2810B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E2C188-3E3C-4BF7-8932-C477A246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89C4276-7334-4983-B6EF-EEA1279D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F0B0BA-FC3F-4FA0-A69C-51129FD4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D95CA1-73D4-4BA1-A21B-0328A6FF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8DEC78D2-312A-4C58-B793-2514EE68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1FC51D88-8021-451F-BA54-F650670B7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E8472CF9-813F-4D21-A175-784E00CA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10594002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ED76D571-708E-42B4-AAB3-F4763F66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6A962E39-1F5D-4CCA-B490-250FEE77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77741C1B-C737-42C7-A72F-AF63FCF3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3370B3-CA2D-46D4-B9A5-22E9DB4F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CA03C1-F70B-44B6-B709-F0E39B48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64612-C6E6-4FDD-B1F1-94ED422EE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A55164-917C-4B03-B5CC-F4EC64231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3936E1-78F3-4BBA-AA7A-E2CDF699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3463B-552C-4AEC-8495-2D8168BC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3F029-F642-47FC-A841-101E49450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DBD86D-0936-472A-A6D3-A1F4F1C37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0F3D1B-B311-4831-BECF-039B26AE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D045FD-F063-402F-BFC4-3FF189E8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196C84-5C79-434A-A1B6-99386CF2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676BDA-04F6-4438-A860-C1BDA3F0B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8CC266-00B8-467E-8367-12849BD81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FF172-25C0-4D36-8B62-65343C6E6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498F78-F1CF-41D4-92D3-D9EBA2CF8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205F4-EA75-4FF1-B2CB-A3EB53798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D71A8A-DE74-4AC8-BA9E-0FF972DC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BAA058-EB95-4E52-A149-AEDD598E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BCAB8B-5E87-4598-A5ED-B0FCC933A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90D2B1-7208-4549-B577-E524C9364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57166E-3461-4423-BA07-6C7A4A67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9996A68-43D9-47B3-922A-2A719B8E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4DD1C71B-8AF9-4CC0-A8B2-BE8DE4A4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26B2E22E-1B98-4E4A-A72D-7CE23131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5953229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0D52BA65-4CAC-4BA1-BA4C-16C251BC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0319D8C2-1765-473D-A6CC-F1AE752C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2F3B11AB-94E0-49BC-9ADE-D6F7D4A7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6EEB4-82EB-4124-BBA9-24B2D9F2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84A85EF3-27AB-4B8F-923B-3D9784C0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E0913D09-C9B0-4833-9F31-45072F49B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FFFCC1-A537-4AD4-9056-4479F54D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3A4EB9-C0C2-431C-9151-62039181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3B664F-C6E9-48E8-8708-E0818E41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C5E83-FD57-45FA-B240-0FA60B461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83347-5EE0-495A-A5BA-B0F81331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FFE569-D01A-4BFC-99CE-15A7A5A59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9B3E59-8DE9-4029-B2E1-4BA69045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D5F46-97B2-4052-8570-A626229A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A7CD1B-DBE6-4BDA-9D6F-03BE43F7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8FDC47-5E4F-4A8F-BE11-8AF6C153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3F6038-51CD-4155-987F-36B2CE7DC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4964F5-B44D-4F04-AF22-973621CD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F7886-394A-4EFC-8134-EF67AB91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A7B0CE-4752-43D5-9E7F-CE2D4FEA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DD7D64-98F8-479D-88EE-6854E808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D1117E-445A-4C4E-B510-79EB1219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B81BA9-4B0C-438F-BBB4-F612FFBD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71A52F-8DAA-4E9A-9349-76B0F6353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A4E5322-C1BE-4967-AB1C-32BFBF316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B08722-AE06-4B19-81A9-728BFB32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CD6C3-7264-4B3E-AE03-E1544787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91A90071-56E7-4C17-BBDF-04AC9829B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9554037A-EB1F-4272-8473-EBEAA21B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63B60BD5-F89B-475B-9058-5E56EEF9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7248520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18F4B9A1-2B27-4B77-BE01-EC0B7C81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197C43D3-0149-4C21-AC14-34492E7B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F928D59E-D84D-40B1-82B3-1B7C5E39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DA745C-E1C0-4757-A93D-ED6AA057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ผู้รับการประเมินกรอกผลกิจกรรมและแนบหลักฐานให้ครบ เพื่อให้ผู้ประเมินตรวจข้อมูลได้ชัดเจน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B9EBF-F206-491F-9A74-74555BEA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277A9-417A-41CB-857D-67626A0C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4D7517-DFB5-46DF-8953-9D5EAF7B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63955D-0084-45A9-9A41-45F7F257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3BD43-F59D-43B0-B919-BE939F21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B1CF5F-2512-4CCE-BED0-3775477F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4F462-0DBE-4AA3-9835-98BD3173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C532FC-5B04-4DC4-BE01-30DB24D4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C4EB69-D9E8-4660-9152-B1AD1B31D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8E6F37-4D56-48EE-A66C-34C1D5594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81439F-2378-47AC-B9E5-509C6933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957A43-3CBE-467F-B940-35A73D21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0F08A5E-F4E5-4105-A5F4-908FBA126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BF80C-9920-4660-AEC4-AC5DDA274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งานเสร็จเมื่อผู้ประเมิน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ลำดับสุดท้ายยืนยันผล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2055AB2C-BB77-4C7D-BE1B-4A6C06D1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B52E955B-CB13-46B0-B320-F212B506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832915AC-9E36-403E-BDF4-4E89A0DAD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19884572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F5A3A089-6C2F-4724-B8A2-B93CA729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770A8A74-B432-4CE3-B0EF-F517954C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191D104D-929E-46D0-B67D-7A67C22B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160D13-B1F9-42A9-B75E-EEE68419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631CB-918C-4F78-A85A-DB085016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B3CC76-2C22-4A4D-8B1F-4497F89B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243095-96F6-4223-81CC-10CF9960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44E06-471A-4350-8B31-70592AA0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CF8D05-0B31-4BD9-B47E-25C47E06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82AA3-85FD-4315-8B6D-5C7B6EDD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D6742B-228B-41F6-9BAE-0642AD56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94E5C-EC36-427E-9C34-6D5C7ECC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B06E9-6103-4B38-BA9B-935B8A370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F6EA9C-6C27-46DB-BB85-3332FD6B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554B5D-A171-48D4-891D-96F962BB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D0B444-69AF-4891-9BD4-6288CA4F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FF21E646-4017-42A6-A521-6A6F234E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A4CBB8-7737-41B5-99BB-A2BE8DE8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B0B32-9157-4884-9BD9-2876BA48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DFDCAC-49D9-4C4D-B718-2C535E2C3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776FD5-E7B4-4B74-A8E9-38DF204B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CE9AF1-D72F-4F0F-ABE5-07759D52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C012F7-A1BB-49B1-9EEB-A896E9E6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B3F9C-F487-4625-A645-0809357F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9F44A676-ED76-46D1-9012-86BF8C11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A2F7E856-CDDB-4CC0-BDD4-CC84C6E57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D661F602-555D-4B9C-BB75-8D86CAC9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13171036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5E7BFB5E-5D9B-453B-B6F7-0EA407521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8C2DCD4B-1E82-436C-ABAB-F0771F6C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05B2036C-B4BC-4B6D-8F7B-F92A975E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DEE66-1341-4371-B68E-48ADB0D3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6AE2E3-99E6-4C62-B933-E86C8239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5A68DF-6484-4DEC-907A-AF50B056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53073-56BE-4C07-A637-C6B7917E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4949D4-842A-4729-8FDD-995F48D2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4DD70-4F46-4719-AC29-725A0B2EB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18EA88-332C-4DE8-8C64-ACFF60C1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13A84-2FBD-43AB-81E9-B93E38A1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D04D9-DF8B-44B4-A101-3D97839D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CF9342-897E-4BE3-8333-C4EF4751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D2BB1D-A320-4055-B61F-7F50458FF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4F85D-B910-4043-9732-5750E656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FDB443-4343-43E0-A33D-61E8F5A5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3A1E93-250E-432C-B9E4-E50554FAF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330155-32A8-4BF6-B077-B174A94E4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D2EF05-7FB4-44D1-8839-0A81A840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3369E5-5EB1-4185-A27C-4214C63C5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F8B97F-8593-4D37-AFE2-6073DA2C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ED3FA6-63EA-48BB-9FEB-5B32A4311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E0CCA6DD-9B67-40E0-9963-E2409CCE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0FD43EDA-D3CF-4ABA-BC81-F075F894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6E9F8911-8360-4851-B494-A178BCDF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18512413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1EA6402E-0D7F-45A6-AB20-C2842D5D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2BF6AF9C-4129-442B-A684-1B629222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7092C948-3700-4675-B809-474F9E0C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59473-0A7D-4182-B777-DEAE0E8A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3052E8-9F4F-4175-895A-65F685C5E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E0F51-C9F8-4A9C-8CD6-FE983B621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A168AC-E5D7-4B41-A14B-A6B74E48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8F0C54-8F65-460A-B89D-5D756C9D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EB1425-A648-440A-9823-E422AADE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2C676-1A1F-4A58-BD08-74AA3E6B0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CB6C2B-0757-46C7-A378-8E7BD713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03F38-3FA4-485E-946E-8DC545A2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F56999-AEBB-4A45-B34D-406D15A4D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7939E-B69E-4E11-BD67-3D4AC2C08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B434BB-0208-4381-986D-F2F8E3F79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38AA24-4DF2-459D-A947-97F234583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F58360-C713-487F-AEB3-0A6ECB97A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092AEE9B-CC34-43E7-B295-5EFA553C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4796B66B-1CC2-4F76-B49D-E5BF6486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2455F6FC-680A-4DD9-BDE2-A8A53257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71369499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5DEA5770-7FAD-4654-B521-CF5FC193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0B10F8CE-58F7-4233-984F-5A6C5A16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49FC4D05-1CBF-491D-8604-40EDBA00E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1A0AA-5B8D-425C-8F21-A4AF39D50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4CC23-894D-4095-9A0B-6E94358DF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F45B5A-1200-4F95-A617-4600C44D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8FEED-75EC-49EF-A121-D71678059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2FF7D-C302-4078-AA60-52F9B735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E671EB-7D25-429F-8B18-DAAFC9C6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200ACA-4C6D-433F-8125-E9EC356E3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DBC869-0CFC-4DAD-96B1-FE65AC230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F87B4D85-7BFC-4FCE-AF62-6CEF9B79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6B046CD1-F8F1-4F13-B289-55501172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EF085F1C-E427-402D-A394-688C9DE6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2842530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CBCE8AD3-748B-4F15-B38D-C0ECF3C36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5A167D4F-A77E-4E5F-92EC-9069E3D5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AB932BE6-960D-4534-9785-237A111B0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E4500-0908-4B2B-BBFA-B65F7DBB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FBB90-3AE2-43F9-9FA0-6A4BDC459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1B05F-4ECE-4C1F-9C7C-229762570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64F293-9DC3-40CF-8BB8-0E0F10601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004E43-3A65-47BD-9A47-A4DDE766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7E9FBC-4011-4D99-98B5-27439C00C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921A69-2618-41A9-9B44-259B8FFC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DD0718-031D-4875-9DB0-69B70D5C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AEDAB5-4F6F-43A0-8838-0F8291AD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628E7B-6122-47B0-8F67-E1C5B5831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E9ABD196-E7E4-422B-BBF0-AF8E4C9B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7643C656-B10B-4A4E-A075-D0F3C0426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826FAD87-AA0A-4858-AEC7-99F66FB20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5537920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34497D30-5A05-491D-82B1-EC4ED87A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0F00113A-28AA-4F94-BD5C-25A0C052A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E4643A89-11E9-4187-B1E5-745BD8E58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A0786B-B6BF-416E-8549-D5606928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41EF4-E080-49C9-8A67-3FA00FAB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CFEB9F-8375-48A9-ADCA-C31070EF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652E8-E3DB-4599-A70D-1B3028A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ADB702-0A07-4BDA-BCCB-AA4A8A439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319778-6559-47A3-9941-84D6D695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935990-1FC2-4D75-A212-D1E2F3A4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54174F-759A-471C-9719-97D9F21E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679E60-7348-40B8-A088-4BC7DF6B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93F026-5776-4249-90EC-7CA59585E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B9042-D320-4C6E-BBA6-FE515125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F83535-600A-44AF-B0ED-ABAD1C9CC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5E7779-E519-42A6-8AB6-BF933AE8E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F61C47-048B-4659-9CDE-20734C7AF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A4068-18D2-4CB9-9AF8-79DB1392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2CD618FB-069F-49DB-BD68-685623994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342CD8E6-223D-4082-8337-C2E7F234E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CD393119-5A83-49B4-8355-1506BC6E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74745913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FFF088DC-D23D-4F4A-A8CE-F198A0E4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852696DD-85D4-49CC-BCA9-CBB92711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E0FD8368-EBCA-4091-B5B7-E437C97FD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87F3BA45-35FB-4F24-AA50-631FA3CAB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0E530D-66C6-4DB7-923B-6C046624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7559C2-3D37-400E-AE06-FA704808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1B8812DB-DC3C-4FF5-A3AE-BB651C99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4E77A1-077A-4F59-A3CA-29A76BAA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007380-6CA0-4BC2-9099-F3E4B672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B7041F-EC69-4619-B1D8-A7E2CC395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7006110A-2E02-462E-A33D-505FC363E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31797E09-0538-4BA2-A86D-363293D6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9D9DDF95-3894-411B-A9D6-1714FF14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78315219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42EE8B4B-DB37-4D4C-8DCD-6B41D093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F64C1AB2-D7FD-4999-859F-34E99142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799ACAFE-9E30-4ED2-A4A1-37391C824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14CCC-332D-440B-ABDC-CB692BD3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B47E8D-F6C4-444F-99D5-39393956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FA2D50-0604-4F85-BD1D-55514D75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B8A1B6-12D4-454B-8F96-0650E469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2DE42A-0BD4-4B67-A69B-1473847E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F3B2A-2F37-4785-97FE-BCEFF6EFF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CC56D-1118-4ED0-8E2A-1E4F84C3A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B5E49C-248E-4096-A81F-E31F4A10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F1FBF-D6E0-45C3-B9EA-CF3D6B29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332536-0F24-4C6B-9EB6-33532F50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84DDF8-E0DB-434F-A0F7-AA7276EBD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B1D412-5D3E-4D73-83D5-37E95C48C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D89918-947B-45B8-827B-4BF7A822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B22F1-087A-440B-B66C-692D8777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C6D49F-0095-43A3-8F34-B3B66B31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D05720-DEB5-4308-8CFB-9D150B84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9AD511-F53F-454D-8A3C-2FC8E6BCB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เมื่ออยู่ในลำดับสุดท้าย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6506098-2C59-4865-8476-D1FFEA09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140E962A-2388-465E-B512-DCF9E45A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5E499253-76C6-4951-BFDA-DC2CF121E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9E53EBE9-FB56-424A-8D2C-B19869EC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19532231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63743A58-A05A-4C7F-AB32-201DD63F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27F755BA-4E42-42D2-8565-BC0C58DF0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337DF264-8EA0-4B91-A481-4BA9F8A6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20645-9FFD-4F8C-A7D6-6EA1AA818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F6B4B-26FC-4912-AEA6-4855C3BD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BBFB4-A09C-49C7-BC33-FAB832C1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F08AC-7555-4649-BC23-6B71E773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A15885-4501-4135-BC0A-9A471A4E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9768B-821A-4AF1-AA92-7F9927A38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8CEC7-5F1D-4F98-8132-E5966C8E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93DB01-35DE-4B3A-8EF7-4A6A8D8F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D82C35-FA2C-4E4F-840C-B000D156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AC9BA5-6AB3-4C4E-94C6-59351163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BDDDB4-4F2D-4267-AC13-4EE9F3FFE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15356-06DB-4CF6-8E36-C9CA840F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AAD7ED-799B-4025-8277-81FAC1F6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956863-89DA-4FDC-8182-80DFEC12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64A05B-9F6C-4CC9-A5F0-E90620AE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6D3029-1F86-4D68-8BC4-A7DFA645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9428C4-60CF-41DE-8CE8-B4D98C8AA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FA69E204-A127-4BC7-B03B-9D37706A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8064D1B0-904C-40C1-A2AC-992E211C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82AAEBB8-B4F2-4C09-88BD-B49F455A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8266311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F6B5BAEB-7488-451E-9ED7-44A636FA8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6FF2BB5E-2D02-427D-9728-0241ED96F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FA826E3F-C854-4A8E-BA2C-13EC4E93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47704-1FDD-4F1D-8DFA-7C8CE40CB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500249-678D-4D17-82CE-9A6BC889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B49A72-7A19-4F8C-AA6A-EACC2BC24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E692E-F7A6-4DDC-8E42-AAF3401F3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4E38D9-3441-4AF7-9257-BE8C5510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35154-6DA9-4822-97B6-C95A4058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AD20FB-ACDC-4D0E-BCE6-A0BEDAF2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C770C1-3D4A-476F-BDD0-C475C955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FBB769-C9F2-443D-91EC-F8D696E77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0A9BD-AE96-4CCE-AB8C-C5C5CC7D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FDAA17-30E4-44F3-B08A-70F58022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D6AFA-966D-4D6B-9212-10BB14C4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A75C54-95D1-41AB-B34B-AB7B2CF2E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563CF5-E488-47EF-AA66-82DC7FC69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426036D6-D603-4089-B68F-3EA1810B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6C8BAA2F-2947-4485-B631-21CEDF99A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298FA71A-1C58-4F3C-BFD3-BA772AEF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210045579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EDBF9746-01DF-47DE-9E57-7C6EFB40B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2BA39CCA-597B-45FB-82B2-0B9C5FC8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FEE13294-BA98-4762-AABF-F164BFAA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7F2A1-0701-4779-9BA3-4D84D75AF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D237CE-89DC-4EF1-85B8-9B610432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BBB38-EC41-4CDC-9934-CBF798475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6487F-2BE4-4F1D-A26D-2C88A3EA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AC2AD8-0493-45D0-B211-A0F52FA2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BD57E7-7101-4489-AEAE-24706145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9F95CF-F743-40D3-AF44-B139812B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DA31C-79E2-4033-854A-4EE856958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DA7B47-0ECC-46F0-BE4E-94AB64ED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F853B-2B40-4E1B-A252-A1A046B3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519437-00BB-4597-A38B-079B2693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A09B38-ADA8-429F-ACC8-8EBF0232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B4C6B9-FB3B-423C-843F-2A737A9F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46C675-3815-4B1B-A5D6-6ECBF9DCD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042CED-9EF2-4605-970D-39B92FD5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D368DD2B-42F7-44E2-A697-F90BCB92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0C8719BB-CBF5-4B3C-9A2F-F1B023DB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BA7DE3E9-8B03-4B31-8248-516102A9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2603221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B57D1059-D740-424B-A897-DDBDF3D4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9BC8102B-9589-4F32-9E0A-7331180E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7FC8F464-F47B-4108-AC92-5CA5B3A0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7E5A96-E3C3-4AF5-A74F-CFAD082F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DD8C35-ABB6-481B-8980-91FD433B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425C2-BDF8-46B9-9621-15B9695A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F5ACED-375D-4117-B434-618524FA3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EC331D-02C6-42A9-ABFF-A3B494825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5517E1-5F2E-47B1-8994-D279BE4A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03210-100B-4C33-B5BF-99E15800D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5B8211-AA90-4680-BB54-7DD647BC3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0A79D9-71DE-4B08-84B4-CA801EC6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1467D-25C1-4732-BDF1-DF3FB8EE7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6385FB-0C18-4D29-B255-14DD6C36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E6CE7E-FB36-4D3E-A88C-A1F1DB06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B34E2E-D5D1-492F-89A5-2CF9F77AD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3A0F18-1CFE-4975-A277-2BDF08D97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EC2A2A-1117-4E81-9545-E8B0B768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5FE941-AEE3-4942-8879-CF28818C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7A9D31-F096-4B63-845A-0F19728A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b676bac08f49b3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EBFD74D1-8056-4B6B-9B74-A6695F52C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7FB79E86-5C17-4429-ABF1-28684B88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333687C3-15DA-4851-9448-88DF60AC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6523632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2026-08-01T08:44:49.9730000Z</dcterms:created>
  <dcterms:modified xsi:type="dcterms:W3CDTF">2026-08-01T08:44:49.9730000Z</dcterms:modified>
</coreProperties>
</file>