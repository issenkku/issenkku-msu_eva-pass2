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เรียน ท่านคณบดี และอาจารย์ตัวแทนจากทั้ง 8 หลักสูตรทุกท่าน สวัสดีครับ/ค่ะ
ขอขอบพระคุณทุกท่านที่สละเวลามาร่วมทดสอบระบบประเมินภาระงาน เฟส 2 ในวันนี้ กิจกรรมนี้จัดขึ้นเพื่อทดลองใช้ระบบในสถานการณ์จริง และรับฟังความคิดเห็นจากผู้ใช้งานโดยตรง
ข้อเสนอแนะของทุกท่านจะช่วยให้เราปรับระบบให้ถูกต้อง ใช้งานสะดวก และรองรับภาระงานของแต่ละหลักสูตรได้ครบถ้วน วันนี้เราจะชี้แจงขั้นตอนสั้น ๆ จากนั้นให้ทุกท่านทดลองระบบ และปิดท้ายด้วยการรับฟังความคิดเห็นครับ/ค่ะ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การทดสอบวันนี้มีเป้าหมายหลัก 3 เรื่องครับ/ค่ะ
เรื่องแรก คือ ทดสอบขั้นตอนการใช้งาน ตั้งแต่เข้าสู่ระบบ กรอกข้อมูล แนบหลักฐาน ตรวจสอบคะแนน จนถึงการบันทึกและส่งข้อมูล
เรื่องที่สอง คือ ตรวจสอบความถูกต้องของประเภทภาระงาน เกณฑ์ และผลการคำนวณ ว่าสอดคล้องกับการทำงานจริงของคณะหรือไม่
เรื่องที่สาม คือ ความสะดวกในการใช้งาน หากมีเมนูที่หาไม่พบ ข้อความไม่ชัดเจน หรือขั้นตอนซับซ้อน สามารถแจ้งได้ทั้งหมด เพราะข้อเสนอแนะทุกข้อมีประโยชน์ต่อการปรับปรุงระบบครับ/ค่ะ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สำหรับการทดลอง ขอให้ทุกท่านดำเนินการตาม 6 ขั้นตอนบนหน้าจอครับ/ค่ะ
เริ่มจากเข้าสู่ระบบด้วยบัญชีที่ได้รับ แล้วตรวจสอบข้อมูลส่วนบุคคลและหลักสูตรว่าถูกต้องหรือไม่ จากนั้นทดลองเลือกประเภทภาระงาน กรอกรายละเอียด และแนบหลักฐานหรือลิงก์อ้างอิง
เมื่อบันทึกข้อมูลแล้ว ขอให้ตรวจสอบผลการคำนวณคะแนนว่าตรงกับที่คาดไว้หรือไม่ และทดลองแก้ไข บันทึก หรือส่งข้อมูลตามขั้นตอน
หากพบปัญหา หรือไม่แน่ใจว่าต้องกดปุ่มใด สามารถแจ้งทีมงานได้ทันที ไม่ต้องรอจนจบ และไม่ต้องกังวลว่าจะกดผิด เพราะวันนี้เราต้องการเห็นการใช้งานตามธรรมชาติครับ/ค่ะ
ต่อจากนี้ ขออนุญาตเปิดระบบเพื่อสาธิตสั้น ๆ แล้วเชิญทุกท่านทดลองใช้งานด้วยตนเองครับ/ค่ะ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ระหว่างการทดลอง ขอให้ช่วยสังเกตประเด็นตามหน้าจอครับ/ค่ะ เช่น เข้าสู่ระบบไม่ได้ ข้อความหรือเมนูไม่ชัดเจน ไม่พบรายการภาระงานที่ต้องการ คะแนนคำนวณไม่ถูกต้อง หรือขั้นตอนใช้งานไม่สะดวก
หากพบปัญหา ขอให้แจ้งชื่อหน้าจอและขั้นตอนที่พบ หรือเรียกทีมงานเข้าไปดูในขณะนั้น จะช่วยให้ตรวจสอบและแก้ไขได้ตรงจุดมากขึ้น
ขอย้ำว่า วันนี้เรากำลังทดสอบ “ระบบ” ไม่ได้ทดสอบความสามารถของผู้ใช้ หากจุดใดทำให้สับสน แสดงว่าระบบยังต้องปรับปรุง ดังนั้นทุกท่านสามารถแสดงความคิดเห็นได้อย่างเต็มที่ครับ/ค่ะ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ขณะนี้ทุกท่านได้ทดลองใช้งานระบบแล้ว ลำดับต่อไป ขอเชิญท่านคณบดีและตัวแทนแต่ละหลักสูตรร่วมให้ความคิดเห็นครับ/ค่ะ
อาจพิจารณาจากคำถามบนหน้าจอ ได้แก่ ขั้นตอนใดที่ยังไม่ชัดเจน รายการภาระงานครบถ้วนหรือไม่ เกณฑ์และคะแนนถูกต้องหรือไม่ และเรื่องใดควรปรับปรุงเป็นลำดับแรกก่อนเปิดใช้งานจริง
ทีมงานจะรวบรวมทุกประเด็น นำไปจัดลำดับความสำคัญ และปรับปรุงระบบต่อไป หากภายหลังมีข้อคิดเห็นเพิ่มเติม สามารถแจ้งมายังทีมงานได้ครับ/ค่ะ
สุดท้ายนี้ ขอขอบพระคุณท่านคณบดีและอาจารย์ตัวแทนจากทั้ง 8 หลักสูตร สำหรับเวลา ความร่วมมือ และข้อเสนอแนะที่เป็นประโยชน์อย่างยิ่ง ขอบพระคุณครับ/ค่ะ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-1463040" y="4480560"/>
            <a:ext cx="5303520" cy="3200400"/>
          </a:xfrm>
          <a:prstGeom prst="arc">
            <a:avLst/>
          </a:prstGeom>
          <a:solidFill>
            <a:srgbClr val="E76F51">
              <a:alpha val="94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pic>
        <p:nvPicPr>
          <p:cNvPr id="4" name="Image 0" descr="public\favicon-m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005840"/>
            <a:ext cx="187452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1821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คณะสาธารณสุขศาสตร์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3547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2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มหาวิทยาลัยมหาสารคาม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98848" y="9601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98848" y="978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TESTING • PHASE 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1572768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ทดสอบระบบ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ประเมินภาระงาน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4498848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EE0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เฟส 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498848" y="4078224"/>
            <a:ext cx="6126480" cy="0"/>
          </a:xfrm>
          <a:prstGeom prst="line">
            <a:avLst/>
          </a:prstGeom>
          <a:noFill/>
          <a:ln w="15240">
            <a:solidFill>
              <a:srgbClr val="4261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8848" y="43708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 กรกฎาคม 2569  •  13.30 น.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98848" y="48554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D4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คณบดี  •  อาจารย์ตัวแทน 8 หลักสูตร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98848" y="5769864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6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เป้าหมายวันนี้: ทดลองใช้งานจริง และร่วมกันทำให้ระบบใช้งานได้ดีขึ้น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เป้าหมายการทดสอบ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วันนี้เราจะทดสอบอะไร?</a:t>
            </a:r>
            <a:endParaRPr lang="en-US" sz="2800" dirty="0"/>
          </a:p>
        </p:txBody>
      </p:sp>
      <p:pic>
        <p:nvPicPr>
          <p:cNvPr id="5" name="Image 0" descr="C:\Users\pisut\Downloads\ดีไซน์ที่ยังไม่ได้ตั้งชื่อ (1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00032" y="182880"/>
            <a:ext cx="2212848" cy="786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sx="100000" sy="100000" kx="0" ky="0" algn="bl" rotWithShape="0" blurRad="12700" dist="50800" dir="2700000">
              <a:srgbClr val="A8BAC7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938528"/>
            <a:ext cx="530352" cy="530352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20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51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ขั้นตอนการใช้งาน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3236976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 กรอกข้อมูล แนบหลักฐาน ตรวจสอบ และส่งแบบประเมิน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4325112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sx="100000" sy="100000" kx="0" ky="0" algn="bl" rotWithShape="0" blurRad="12700" dist="50800" dir="2700000">
              <a:srgbClr val="A8BAC7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81144" y="1938528"/>
            <a:ext cx="530352" cy="530352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81144" y="2020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81144" y="2651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81144" y="3236976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ตรวจสอบประเภทภาระงาน เกณฑ์ ข้อมูล และผลการคำนวณว่าครบถ้วนและถูกต้องหรือไม่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8083296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sx="100000" sy="100000" kx="0" ky="0" algn="bl" rotWithShape="0" blurRad="12700" dist="50800" dir="2700000">
              <a:srgbClr val="A8BAC7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39328" y="1938528"/>
            <a:ext cx="530352" cy="530352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39328" y="2020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39328" y="2651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ความสะดวก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339328" y="3236976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ค้นหาจุดที่ยังสับสน ซับซ้อน หรือใช้งานไม่สะดวก เพื่อนำไปปรับปรุงก่อนใช้งานจริง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4325112" y="587044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163A59"/>
          </a:solidFill>
          <a:ln w="12700">
            <a:solidFill>
              <a:srgbClr val="163A5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25112" y="588873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ข้อเสนอแนะทุกข้อมีคุณค่า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ทดลองใช้เหมือนสถานการณ์จริง</a:t>
            </a:r>
            <a:endParaRPr lang="en-US" sz="2800" dirty="0"/>
          </a:p>
        </p:txBody>
      </p:sp>
      <p:pic>
        <p:nvPicPr>
          <p:cNvPr id="5" name="Image 0" descr="C:\Users\pisut\Downloads\ดีไซน์ที่ยังไม่ได้ตั้งชื่อ (1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00032" y="182880"/>
            <a:ext cx="2212848" cy="786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1226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3272" y="2139696"/>
            <a:ext cx="640080" cy="640080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ด้วยบัญชีที่ได้รับ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8678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4144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07792" y="2139696"/>
            <a:ext cx="640080" cy="64008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779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56946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ตรวจข้อมูล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58775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บุคคลและหลักสูตร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86130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1596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82312" y="2139696"/>
            <a:ext cx="640080" cy="640080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231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B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44398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กรอกภาระงาน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6227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เลือกประเภทและรายละเอียด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73582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8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56832" y="2139696"/>
            <a:ext cx="640080" cy="640080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31850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แนบหลักฐาน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33679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ทดลองลิงก์/เอกสาร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61034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6500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31352" y="2139696"/>
            <a:ext cx="640080" cy="64008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3135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19302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ตรวจคะแนน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21131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ดูผลคำนวณของระบบ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993952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405872" y="2139696"/>
            <a:ext cx="640080" cy="640080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0587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B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006754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บันทึก/ส่ง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008583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และแจ้งข้อเสนอแนะ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176272" y="5230368"/>
            <a:ext cx="7845552" cy="658368"/>
          </a:xfrm>
          <a:prstGeom prst="roundRect">
            <a:avLst>
              <a:gd name="adj" fmla="val 11111"/>
            </a:avLst>
          </a:prstGeom>
          <a:solidFill>
            <a:srgbClr val="163A59"/>
          </a:solidFill>
          <a:ln w="12700">
            <a:solidFill>
              <a:srgbClr val="163A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31720" y="5422392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หากพบปัญหา แจ้งทีมงานได้ทันที — ไม่ต้องรอจนจบการทดสอบ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พบอะไร บอกเราได้เลย</a:t>
            </a:r>
            <a:endParaRPr lang="en-US" sz="2800" dirty="0"/>
          </a:p>
        </p:txBody>
      </p:sp>
      <p:pic>
        <p:nvPicPr>
          <p:cNvPr id="5" name="Image 0" descr="C:\Users\pisut\Downloads\ดีไซน์ที่ยังไม่ได้ตั้งชื่อ (1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00032" y="182880"/>
            <a:ext cx="2212848" cy="7863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" y="1627632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80744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เข้าระบบไม่ได้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80744" y="2185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 รหัสผ่าน หรือสิทธิ์การใช้งาน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08776" y="1627632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04304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ข้อความไม่ชัดเจน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04304" y="2185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คำเรียก เมนู ปุ่ม หรือคำอธิบาย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" y="2980944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3154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80744" y="31363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ไม่พบภาระงาน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80744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ประเภทหรือรายการที่หลักสูตรใช้จริง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08776" y="2980944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9944" y="3154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04304" y="31363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คะแนนไม่ถูกต้อง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04304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 สูตร หรือผลการคำนวณ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85216" y="4334256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4507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80744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ใช้งานไม่สะดวก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380744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ขั้นตอนมากเกินไป ช้า หรือทำให้สับสน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08776" y="4334256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9944" y="4507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004304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มีข้อเสนอเพิ่มเติม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004304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สิ่งที่ควรมี ควรตัด หรือควรปรับ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331720" y="5705856"/>
            <a:ext cx="7543800" cy="585216"/>
          </a:xfrm>
          <a:prstGeom prst="roundRect">
            <a:avLst>
              <a:gd name="adj" fmla="val 12500"/>
            </a:avLst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14600" y="5870448"/>
            <a:ext cx="7178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65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วันนี้เราทดสอบ “ระบบ” — ไม่ได้ทดสอบความสามารถของผู้ใช้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21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สรุปและรับฟัง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4709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ขอฟังเสียงจาก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ทุกหลักสูตร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76656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สิ่งที่ควรรักษา • สิ่งที่ควรแก้ • สิ่งที่ยังขาด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658368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83E5D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8961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D5C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21424" y="8595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ขั้นตอนใดยังไม่ชัดเจน?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23651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665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A38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21424" y="20299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รายการภาระงานครบหรือไม่?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0760" y="2999232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83E5D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2369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D5C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21424" y="3200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เกณฑ์และคะแนนถูกต้องหรือไม่?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4169664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23651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4074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A38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21424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อะไรควรปรับก่อนเปิดใช้จริง?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" y="4919472"/>
            <a:ext cx="4800600" cy="0"/>
          </a:xfrm>
          <a:prstGeom prst="line">
            <a:avLst/>
          </a:prstGeom>
          <a:noFill/>
          <a:ln w="15240">
            <a:solidFill>
              <a:srgbClr val="4261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52303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ขอขอบพระคุณสำหรับความร่วมมือ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และทุกข้อเสนอแนะ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485632" y="5404104"/>
            <a:ext cx="3054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C:\Users\pisut\Downloads\ดีไซน์ที่ยังไม่ได้ตั้งชื่อ (1)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68512" y="5513832"/>
            <a:ext cx="2697480" cy="859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Faculty of Public Health, Mahasarakham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การทดสอบระบบประเมินภาระงาน เฟส 2</dc:title>
  <dc:subject>การทดสอบระบบประเมินภาระงาน เฟส 2</dc:subject>
  <dc:creator>MSU EVA Phase 2</dc:creator>
  <cp:lastModifiedBy>MSU EVA Phase 2</cp:lastModifiedBy>
  <cp:revision>1</cp:revision>
  <dcterms:created xsi:type="dcterms:W3CDTF">2026-07-22T02:55:34Z</dcterms:created>
  <dcterms:modified xsi:type="dcterms:W3CDTF">2026-07-22T02:55:34Z</dcterms:modified>
</cp:coreProperties>
</file>