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61802c4d784ec1" /><Relationship Type="http://schemas.openxmlformats.org/officeDocument/2006/relationships/extended-properties" Target="/docProps/app.xml" Id="R2aea7018ba7d43c8" /><Relationship Type="http://schemas.openxmlformats.org/officeDocument/2006/relationships/officeDocument" Target="/ppt/presentation.xml" Id="R1200f54df8cb4d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bc34aeec44fb0"/>
  </p:sldMasterIdLst>
  <p:notesMasterIdLst>
    <p:notesMasterId xmlns:r="http://schemas.openxmlformats.org/officeDocument/2006/relationships" r:id="R7906d64a604d446c"/>
  </p:notesMasterIdLst>
  <p:sldIdLst>
    <p:sldId xmlns:r="http://schemas.openxmlformats.org/officeDocument/2006/relationships" id="256" r:id="Rc1c94bd873c84cbc"/>
    <p:sldId xmlns:r="http://schemas.openxmlformats.org/officeDocument/2006/relationships" id="257" r:id="R8bcac91eb6954562"/>
    <p:sldId xmlns:r="http://schemas.openxmlformats.org/officeDocument/2006/relationships" id="258" r:id="R7c94c1f2a8844dc7"/>
    <p:sldId xmlns:r="http://schemas.openxmlformats.org/officeDocument/2006/relationships" id="259" r:id="R277bb0a825b4493c"/>
    <p:sldId xmlns:r="http://schemas.openxmlformats.org/officeDocument/2006/relationships" id="260" r:id="R26f16f992f684a6a"/>
    <p:sldId xmlns:r="http://schemas.openxmlformats.org/officeDocument/2006/relationships" id="261" r:id="Rc30a0d15dd594189"/>
    <p:sldId xmlns:r="http://schemas.openxmlformats.org/officeDocument/2006/relationships" id="262" r:id="R940b6f51d2d744f0"/>
    <p:sldId xmlns:r="http://schemas.openxmlformats.org/officeDocument/2006/relationships" id="263" r:id="R284bb6dd8061426a"/>
    <p:sldId xmlns:r="http://schemas.openxmlformats.org/officeDocument/2006/relationships" id="264" r:id="R4c9039a0ac124315"/>
    <p:sldId xmlns:r="http://schemas.openxmlformats.org/officeDocument/2006/relationships" id="265" r:id="Rc46396ffdc1d4c10"/>
    <p:sldId xmlns:r="http://schemas.openxmlformats.org/officeDocument/2006/relationships" id="266" r:id="R7bcf4760f2d64aba"/>
    <p:sldId xmlns:r="http://schemas.openxmlformats.org/officeDocument/2006/relationships" id="267" r:id="R52f9fcf568b148d3"/>
    <p:sldId xmlns:r="http://schemas.openxmlformats.org/officeDocument/2006/relationships" id="268" r:id="R79c5a31aefdd40e1"/>
    <p:sldId xmlns:r="http://schemas.openxmlformats.org/officeDocument/2006/relationships" id="269" r:id="R8fb330a2fea345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949396f4f46bc" /><Relationship Type="http://schemas.openxmlformats.org/officeDocument/2006/relationships/slideMaster" Target="/ppt/slideMasters/slideMaster1.xml" Id="R63abc34aeec44fb0" /><Relationship Type="http://schemas.openxmlformats.org/officeDocument/2006/relationships/notesMaster" Target="/ppt/notesMasters/notesMaster1.xml" Id="R7906d64a604d446c" /><Relationship Type="http://schemas.openxmlformats.org/officeDocument/2006/relationships/presProps" Target="/ppt/presProps.xml" Id="R55779f90e6f043cf" /><Relationship Type="http://schemas.openxmlformats.org/officeDocument/2006/relationships/tableStyles" Target="/ppt/tableStyles.xml" Id="Ra81854c47c1d4eb0" /><Relationship Type="http://schemas.openxmlformats.org/officeDocument/2006/relationships/slide" Target="/ppt/slides/slide1.xml" Id="Rc1c94bd873c84cbc" /><Relationship Type="http://schemas.openxmlformats.org/officeDocument/2006/relationships/slide" Target="/ppt/slides/slide2.xml" Id="R8bcac91eb6954562" /><Relationship Type="http://schemas.openxmlformats.org/officeDocument/2006/relationships/slide" Target="/ppt/slides/slide3.xml" Id="R7c94c1f2a8844dc7" /><Relationship Type="http://schemas.openxmlformats.org/officeDocument/2006/relationships/slide" Target="/ppt/slides/slide4.xml" Id="R277bb0a825b4493c" /><Relationship Type="http://schemas.openxmlformats.org/officeDocument/2006/relationships/slide" Target="/ppt/slides/slide5.xml" Id="R26f16f992f684a6a" /><Relationship Type="http://schemas.openxmlformats.org/officeDocument/2006/relationships/slide" Target="/ppt/slides/slide6.xml" Id="Rc30a0d15dd594189" /><Relationship Type="http://schemas.openxmlformats.org/officeDocument/2006/relationships/slide" Target="/ppt/slides/slide7.xml" Id="R940b6f51d2d744f0" /><Relationship Type="http://schemas.openxmlformats.org/officeDocument/2006/relationships/slide" Target="/ppt/slides/slide8.xml" Id="R284bb6dd8061426a" /><Relationship Type="http://schemas.openxmlformats.org/officeDocument/2006/relationships/slide" Target="/ppt/slides/slide9.xml" Id="R4c9039a0ac124315" /><Relationship Type="http://schemas.openxmlformats.org/officeDocument/2006/relationships/slide" Target="/ppt/slides/slide10.xml" Id="Rc46396ffdc1d4c10" /><Relationship Type="http://schemas.openxmlformats.org/officeDocument/2006/relationships/slide" Target="/ppt/slides/slide11.xml" Id="R7bcf4760f2d64aba" /><Relationship Type="http://schemas.openxmlformats.org/officeDocument/2006/relationships/slide" Target="/ppt/slides/slide12.xml" Id="R52f9fcf568b148d3" /><Relationship Type="http://schemas.openxmlformats.org/officeDocument/2006/relationships/slide" Target="/ppt/slides/slide13.xml" Id="R79c5a31aefdd40e1" /><Relationship Type="http://schemas.openxmlformats.org/officeDocument/2006/relationships/slide" Target="/ppt/slides/slide14.xml" Id="R8fb330a2fea345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c81d55912040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776cac6b2047c1" /><Relationship Type="http://schemas.openxmlformats.org/officeDocument/2006/relationships/notesMaster" Target="/ppt/notesMasters/notesMaster1.xml" Id="R609114087b3c42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1f5feef5a94c06" /><Relationship Type="http://schemas.openxmlformats.org/officeDocument/2006/relationships/notesMaster" Target="/ppt/notesMasters/notesMaster1.xml" Id="Rcc3422ec098148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a1b015c47e4e34" /><Relationship Type="http://schemas.openxmlformats.org/officeDocument/2006/relationships/notesMaster" Target="/ppt/notesMasters/notesMaster1.xml" Id="Rded5da0098d049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432f40c0a348c3" /><Relationship Type="http://schemas.openxmlformats.org/officeDocument/2006/relationships/notesMaster" Target="/ppt/notesMasters/notesMaster1.xml" Id="Rb083892140614c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4a11438cd0447a" /><Relationship Type="http://schemas.openxmlformats.org/officeDocument/2006/relationships/notesMaster" Target="/ppt/notesMasters/notesMaster1.xml" Id="Rdd29b89237514a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4b5f69e2434fdc" /><Relationship Type="http://schemas.openxmlformats.org/officeDocument/2006/relationships/notesMaster" Target="/ppt/notesMasters/notesMaster1.xml" Id="R3b1b8802d12f44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3bc970c0934f99" /><Relationship Type="http://schemas.openxmlformats.org/officeDocument/2006/relationships/notesMaster" Target="/ppt/notesMasters/notesMaster1.xml" Id="R92af6eb5028642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3cffcaf8b64f08" /><Relationship Type="http://schemas.openxmlformats.org/officeDocument/2006/relationships/notesMaster" Target="/ppt/notesMasters/notesMaster1.xml" Id="Ra6034112ecec49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aaa3b009fb4fab" /><Relationship Type="http://schemas.openxmlformats.org/officeDocument/2006/relationships/notesMaster" Target="/ppt/notesMasters/notesMaster1.xml" Id="R698bfb805dc246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f39cdbfc0542ef" /><Relationship Type="http://schemas.openxmlformats.org/officeDocument/2006/relationships/notesMaster" Target="/ppt/notesMasters/notesMaster1.xml" Id="Rf375ad1b65ca47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759cef3f434ed6" /><Relationship Type="http://schemas.openxmlformats.org/officeDocument/2006/relationships/notesMaster" Target="/ppt/notesMasters/notesMaster1.xml" Id="Rfb8b8ea8e8d540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3761bf6f8b488a" /><Relationship Type="http://schemas.openxmlformats.org/officeDocument/2006/relationships/notesMaster" Target="/ppt/notesMasters/notesMaster1.xml" Id="Rdfdc1a25f90846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a93776b8314d6d" /><Relationship Type="http://schemas.openxmlformats.org/officeDocument/2006/relationships/notesMaster" Target="/ppt/notesMasters/notesMaster1.xml" Id="Rf9b69c35f8414f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55636c7d5b42a4" /><Relationship Type="http://schemas.openxmlformats.org/officeDocument/2006/relationships/notesMaster" Target="/ppt/notesMasters/notesMaster1.xml" Id="R8644216c4270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docs/superpowers/specs/2026-07-24-split-role-training-decks-design.md</a:t>
            </a:r>
          </a:p>
          <a:p xmlns:a="http://schemas.openxmlformats.org/drawingml/2006/main">
            <a:r>
              <a:t>- public/favicon-msu.png</a:t>
            </a:r>
          </a:p>
          <a:p xmlns:a="http://schemas.openxmlformats.org/drawingml/2006/main">
            <a:r>
              <a:t>- C:\Users\pisut\Downloads\logoบริษัท.svg</a:t>
            </a:r>
          </a:p>
          <a:p xmlns:a="http://schemas.openxmlformats.org/drawingml/2006/main">
            <a:r>
              <a:t>- public/images/workload-background.jpg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docs/superpowers/specs/2026-07-24-split-role-training-decks-design.md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resources/views/criteria_config/partials/support-criteria-template.blade.php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resources/views/criteria_config/partials/support-criteria-template.blade.php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resources/views/criteria_config/partials/support-criteria-template.blade.php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resources/views/criteria_config/partials/support-criteria-template.blade.php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- resources/views/criteria_config/partials/support-criteria-template.blade.php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resources/views/partials/evaluation-form-action-buttons.blade.php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docs/superpowers/specs/2026-07-24-split-role-training-decks-design.md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resources/views/partials/evaluation-form-action-buttons.blade.php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C:\Users\pisut\Downloads\logoบริษัท.svg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89bc22db848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6a190347004e10" /><Relationship Type="http://schemas.openxmlformats.org/officeDocument/2006/relationships/slideLayout" Target="/ppt/slideLayouts/slideLayout1.xml" Id="Ra44cc01ad29145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4cc01ad29145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85c6256444633" /><Relationship Type="http://schemas.openxmlformats.org/officeDocument/2006/relationships/image" Target="/ppt/media/image.jpeg" Id="R0a14c8faa1b94638" /><Relationship Type="http://schemas.openxmlformats.org/officeDocument/2006/relationships/image" Target="/ppt/media/image.png" Id="R147fc55120a84405" /><Relationship Type="http://schemas.openxmlformats.org/officeDocument/2006/relationships/image" Target="/ppt/media/image2.png" Id="R42fe285401674d0d" /><Relationship Type="http://schemas.openxmlformats.org/officeDocument/2006/relationships/notesSlide" Target="/ppt/notesSlides/notesSlide1.xml" Id="Re56d5e9e3ac142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79522280a41dd" /><Relationship Type="http://schemas.openxmlformats.org/officeDocument/2006/relationships/notesSlide" Target="/ppt/notesSlides/notesSlide2.xml" Id="Re748498be9fc44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eff5da5804d97" /><Relationship Type="http://schemas.openxmlformats.org/officeDocument/2006/relationships/notesSlide" Target="/ppt/notesSlides/notesSlide3.xml" Id="Rc3ca9e148e2849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d769f90814656" /><Relationship Type="http://schemas.openxmlformats.org/officeDocument/2006/relationships/notesSlide" Target="/ppt/notesSlides/notesSlide4.xml" Id="Rce40b213bbbe4b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ec83d1a90411b" /><Relationship Type="http://schemas.openxmlformats.org/officeDocument/2006/relationships/notesSlide" Target="/ppt/notesSlides/notesSlide5.xml" Id="R53beae266bde4e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7416ea7f24a5a" /><Relationship Type="http://schemas.openxmlformats.org/officeDocument/2006/relationships/notesSlide" Target="/ppt/notesSlides/notesSlide6.xml" Id="Red093b0d3bb14d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830a418e84eee" /><Relationship Type="http://schemas.openxmlformats.org/officeDocument/2006/relationships/notesSlide" Target="/ppt/notesSlides/notesSlide7.xml" Id="Rd64871efe71947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f9a9e5e524d93" /><Relationship Type="http://schemas.openxmlformats.org/officeDocument/2006/relationships/notesSlide" Target="/ppt/notesSlides/notesSlide8.xml" Id="R658685db21ca4a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6d887b21c4a53" /><Relationship Type="http://schemas.openxmlformats.org/officeDocument/2006/relationships/notesSlide" Target="/ppt/notesSlides/notesSlide9.xml" Id="Rf3979b6a6eb94f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8727b962a4d42" /><Relationship Type="http://schemas.openxmlformats.org/officeDocument/2006/relationships/notesSlide" Target="/ppt/notesSlides/notesSlide10.xml" Id="R78719d05964944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a6acf0273419e" /><Relationship Type="http://schemas.openxmlformats.org/officeDocument/2006/relationships/notesSlide" Target="/ppt/notesSlides/notesSlide11.xml" Id="Ra02e324dbeee4f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cadcf5617465a" /><Relationship Type="http://schemas.openxmlformats.org/officeDocument/2006/relationships/notesSlide" Target="/ppt/notesSlides/notesSlide12.xml" Id="R9c9bb9a80bd249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a72aae9a74460" /><Relationship Type="http://schemas.openxmlformats.org/officeDocument/2006/relationships/notesSlide" Target="/ppt/notesSlides/notesSlide13.xml" Id="Rba188c2e26114a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898dd63f846e4" /><Relationship Type="http://schemas.openxmlformats.org/officeDocument/2006/relationships/image" Target="/ppt/media/image3.png" Id="R06712cd533144c7b" /><Relationship Type="http://schemas.openxmlformats.org/officeDocument/2006/relationships/notesSlide" Target="/ppt/notesSlides/notesSlide14.xml" Id="Rf0afdd92397e47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4c8faa1b94638"/>
          <a:srcRect xmlns:a="http://schemas.openxmlformats.org/drawingml/2006/main" l="2579" t="0" r="25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7B5F425A-8B61-4E15-AE85-9D477AE6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9D0F631-DD9E-4659-93DD-34B7B73B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fc55120a84405"/>
          <a:stretch xmlns:a="http://schemas.openxmlformats.org/drawingml/2006/main"/>
        </p:blipFill>
        <p:spPr>
          <a:xfrm xmlns:a="http://schemas.openxmlformats.org/drawingml/2006/main">
            <a:off x="628650" y="4191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5" name="cover-institution">
            <a:extLst xmlns:a="http://schemas.openxmlformats.org/drawingml/2006/main">
              <a:ext uri="{FF2B5EF4-FFF2-40B4-BE49-F238E27FC236}">
                <a16:creationId xmlns:a16="http://schemas.microsoft.com/office/drawing/2014/main" id="{B242A46F-5D42-4A77-9605-5DBD86A4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F2A84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5F2A84"/>
                </a:solidFill>
                <a:latin typeface="Tahoma"/>
                <a:ea typeface="Tahoma"/>
                <a:cs typeface="Tahoma"/>
              </a:rPr>
              <a:t>คณะสาธารณสุขศาสตร์  •  มหาวิทยาลัยมหาสารคาม</a:t>
            </a:r>
          </a:p>
        </p:txBody>
      </p:sp>
      <p:sp>
        <p:nvSpPr>
          <p:cNvPr id="6" name="cover-session">
            <a:extLst xmlns:a="http://schemas.openxmlformats.org/drawingml/2006/main">
              <a:ext uri="{FF2B5EF4-FFF2-40B4-BE49-F238E27FC236}">
                <a16:creationId xmlns:a16="http://schemas.microsoft.com/office/drawing/2014/main" id="{8381CCEC-B204-46BC-BC13-706C3867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ภาคบ่าย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D323580-9FB9-41D7-9ED6-E70C1769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619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9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การใช้งานระบบ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9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MSU EVA สำหรับสายสนับสนุน</a:t>
            </a:r>
          </a:p>
        </p:txBody>
      </p:sp>
      <p:sp>
        <p:nvSpPr>
          <p:cNvPr id="8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86E8038D-1D67-4DE6-8AFE-109F9F2C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1CF98055-AD18-480E-AE49-8D0DA3C3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บันทึกกิจกรรม เข้าใจที่มาของคะแนน และแนบหลักฐานให้พร้อมตรวจ</a:t>
            </a:r>
          </a:p>
        </p:txBody>
      </p:sp>
      <p:sp>
        <p:nvSpPr>
          <p:cNvPr id="10" name="cover-style">
            <a:extLst xmlns:a="http://schemas.openxmlformats.org/drawingml/2006/main">
              <a:ext uri="{FF2B5EF4-FFF2-40B4-BE49-F238E27FC236}">
                <a16:creationId xmlns:a16="http://schemas.microsoft.com/office/drawing/2014/main" id="{E6F95325-25AD-4D62-A882-D83E9A2D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Professional Training  •  สายสนับสนุน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e285401674d0d"/>
          <a:stretch xmlns:a="http://schemas.openxmlformats.org/drawingml/2006/main"/>
        </p:blipFill>
        <p:spPr>
          <a:xfrm xmlns:a="http://schemas.openxmlformats.org/drawingml/2006/main">
            <a:off x="9186571" y="5962650"/>
            <a:ext cx="2029408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65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ide-accent-2">
            <a:extLst xmlns:a="http://schemas.openxmlformats.org/drawingml/2006/main">
              <a:ext uri="{FF2B5EF4-FFF2-40B4-BE49-F238E27FC236}">
                <a16:creationId xmlns:a16="http://schemas.microsoft.com/office/drawing/2014/main" id="{902D9DB1-B198-4E7A-BC62-0FF6D6DF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2">
            <a:extLst xmlns:a="http://schemas.openxmlformats.org/drawingml/2006/main">
              <a:ext uri="{FF2B5EF4-FFF2-40B4-BE49-F238E27FC236}">
                <a16:creationId xmlns:a16="http://schemas.microsoft.com/office/drawing/2014/main" id="{AC30581A-D0CB-42F0-9CD4-7D06DC48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เป้าหมายการอบรม  /  สายสนับสนุน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E30EE83-FE5A-4628-9E0D-A8E72735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บ่ายนี้คุณจะทำกิจกรรมหนึ่งรายการให้ครบและเห็นที่มาของคะแนน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701D1-7A37-4C00-AB91-3C3890DB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เมื่อจบช่วงนี้ คุณจะทำได้ด้วยตัวเอง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7E013-56F6-4B41-B299-3399A32F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7D689-AE26-4FBB-A03C-07745D2D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7652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95A67-0580-4CDB-AB13-A0111E31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เปิดงานและเลือกกิจกรรมได้ถูกต้อง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1D664-2655-4CAF-879B-BFD53DE7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15923-E613-4BAC-9924-1F0F02A4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593CD-3911-41EA-BF77-E29C09B3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04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กรอกผล คำนวณคะแนน และแนบหลักฐานได้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84BFB-B317-42A5-AA74-0C2B0AD9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95033-61A6-4EAA-8585-8F492DB8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1962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F5237-C77D-4F88-9197-245BD137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7200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ตรวจความพร้อมก่อนยืนยันส่งประเมิน</a:t>
            </a:r>
          </a:p>
        </p:txBody>
      </p:sp>
      <p:sp>
        <p:nvSpPr>
          <p:cNvPr id="14" name="outcome-mark">
            <a:extLst xmlns:a="http://schemas.openxmlformats.org/drawingml/2006/main">
              <a:ext uri="{FF2B5EF4-FFF2-40B4-BE49-F238E27FC236}">
                <a16:creationId xmlns:a16="http://schemas.microsoft.com/office/drawing/2014/main" id="{C772A0AA-AD6D-4A3E-8106-E7DA4529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76450"/>
            <a:ext cx="2324100" cy="32956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9525">
            <a:solidFill>
              <a:srgbClr val="008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3E4B4-093E-44AF-9726-3D25748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1790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0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780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97F65-831E-49B1-8DA9-1B95CBE3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5285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รายการ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พร้อมส่ง</a:t>
            </a:r>
          </a:p>
        </p:txBody>
      </p:sp>
      <p:sp>
        <p:nvSpPr>
          <p:cNvPr id="1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C836B16-8837-4212-8AAA-F5265117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2B7F6D59-A56E-46A6-A5CF-72772FEF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1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3B5F2462-6E96-48AD-8D8A-311E8E0D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1378128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ide-accent-3">
            <a:extLst xmlns:a="http://schemas.openxmlformats.org/drawingml/2006/main">
              <a:ext uri="{FF2B5EF4-FFF2-40B4-BE49-F238E27FC236}">
                <a16:creationId xmlns:a16="http://schemas.microsoft.com/office/drawing/2014/main" id="{E63620BF-0EE2-4D3C-AFD2-45F489A3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3">
            <a:extLst xmlns:a="http://schemas.openxmlformats.org/drawingml/2006/main">
              <a:ext uri="{FF2B5EF4-FFF2-40B4-BE49-F238E27FC236}">
                <a16:creationId xmlns:a16="http://schemas.microsoft.com/office/drawing/2014/main" id="{F7A24728-EB83-4D74-9E73-969AD14F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ภาพรวมกระบวนการ  /  สายสนับสนุน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6E269856-2F3F-4487-B9E0-A17BD0ED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เห็นเส้นทางทั้งงานก่อนเริ่มกรอก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6C404-DCAD-4AE3-8A98-E0229B3A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ตั้งแต่เลือกกิจกรรม กรอกผล ตรวจคะแนน จนถึงผู้ตรวจลำดับสุดท้าย</a:t>
            </a:r>
          </a:p>
        </p:txBody>
      </p:sp>
      <p:sp>
        <p:nvSpPr>
          <p:cNvPr id="5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91169D1E-2299-4F82-A20B-2B803D72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57575"/>
            <a:ext cx="866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2F2942E3-09E9-4CD8-AFFC-B8F43DE3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43275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6CAA3-7324-4EE3-B1CB-DB63AFFA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2F452-790E-4D39-8411-E2BEFBB1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ECA73-096A-4621-91A1-307A34C2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รับงาน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7F417-6665-47A6-8DF2-EC4DE6D6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เลือกรอบและรายการ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01483-5C7D-47BE-A802-A2AE40DE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983A4-154A-494F-9A99-026F06C5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53AEF-68EE-435E-BBD1-28CCD178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กรอกข้อมูล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96849-DA20-4A60-AFEC-F14F1AAB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กิจกรรม • ตัวชี้วัด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A4CDE-24C8-49CD-85DD-28F94655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C39A1-7212-4202-893D-706C501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1DDDF-90C1-4F8C-A362-EC8E0B21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ตรวจความพร้อม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F1C7D-EC05-42AF-8FE7-14664620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 • หลักฐาน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D96C5-F7B1-49F7-AAC7-91FCAD21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A738F-04B7-41D7-B254-91C83B48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2B963-6944-4F28-9A31-9EE23151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ส่งประเมิน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572E5-15B3-41A9-A887-7E038E47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เข้าสู่ลำดับผู้ตรวจ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90FB1-0575-4C96-8101-5E8D4846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37564-50DF-42D8-B224-9DE03C00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7228B-D181-44EB-8AFF-D6C671AD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ปิดงาน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5F02C-1B2A-4622-B3A1-0DE24594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สถานะ Completed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3AF875-2A12-43CE-8DDD-57F4CCCF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งานเดินตามลำดับผู้ตรวจที่ผู้ดูแลระบบกำหนด</a:t>
            </a:r>
          </a:p>
        </p:txBody>
      </p:sp>
      <p:sp>
        <p:nvSpPr>
          <p:cNvPr id="28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2BFA18D8-0D73-47D8-9E1C-EAFDA2C3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CBA3469F-C01E-445D-810E-EF16E476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30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FFE0B74A-925B-4647-A5C7-A53E3E6B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1727617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ide-accent-4">
            <a:extLst xmlns:a="http://schemas.openxmlformats.org/drawingml/2006/main">
              <a:ext uri="{FF2B5EF4-FFF2-40B4-BE49-F238E27FC236}">
                <a16:creationId xmlns:a16="http://schemas.microsoft.com/office/drawing/2014/main" id="{FC17FFC7-6BDE-4CEA-92BA-FCE66A4A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4">
            <a:extLst xmlns:a="http://schemas.openxmlformats.org/drawingml/2006/main">
              <a:ext uri="{FF2B5EF4-FFF2-40B4-BE49-F238E27FC236}">
                <a16:creationId xmlns:a16="http://schemas.microsoft.com/office/drawing/2014/main" id="{D229940B-E691-49B0-99C9-27BEE4DF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บทบาทของคุณ  /  สายสนับสนุน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5C0EF426-15FD-47A7-8124-AAA3F353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คุณรับผิดชอบข้อมูล ก่อนส่งต่อผู้ตรวจตามลำดับ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526D3-9F2C-4707-84B2-5C08788C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คุณเป็นเจ้าของข้อมูลผลกิจกรรมในขั้นแรก คะแนนที่น่าเชื่อถือต้องมีรายละเอียดและหลักฐานรองรับ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8D4DB-087A-415D-ADD5-D2F2EEB9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70A5D-4F54-4C45-97B5-160364F4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เตรียม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8156D-4373-42DE-B94E-C5EF0514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F08AE-E2A3-4A5B-B216-51F833E6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กิจกรรม ผลที่ทำได้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และรายละเอียดประกอบ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276D9-6CA6-4150-94E1-AEDA45DE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BF50B-0175-41E0-8266-32C0538E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12154-DA10-492A-AF74-6465A42D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91000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10DD5-7F77-4795-A69D-C1B66C3D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ค่าที่กรอก สูตรคำนวณ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และลิงก์หลักฐาน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5996A-A8D9-48CF-B035-58693136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E9211-DDE5-4C86-ADCE-14D27B38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ตัดสินใจ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B2D8B-382A-428F-A371-F028EF9A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91000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72953-65B4-46A4-A9C6-8A4CFEC3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บันทึกร่าง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หรือยืนยันส่งประเมิน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56D66-A9F6-4FAC-AF24-704E2335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66900"/>
            <a:ext cx="3009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77A16-618C-46A2-8FCD-FA267769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90725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ผู้ตรวจคนสุดท้าย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เป็นผู้ปิดงาน</a:t>
            </a:r>
          </a:p>
        </p:txBody>
      </p:sp>
      <p:sp>
        <p:nvSpPr>
          <p:cNvPr id="1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0AD008FD-B242-464A-B312-2AEF59B7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1F3AA0BD-1BEE-484D-BB69-DBB1F527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1A0AAB8C-5242-4DE5-B6DD-A72BD890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04 / 14</a:t>
            </a:r>
          </a:p>
        </p:txBody>
      </p:sp>
    </p:spTree>
    <p:extLst>
      <p:ext uri="{BB962C8B-B14F-4D97-AF65-F5344CB8AC3E}">
        <p14:creationId xmlns:p14="http://schemas.microsoft.com/office/powerpoint/2010/main" val="10033866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ide-accent-5">
            <a:extLst xmlns:a="http://schemas.openxmlformats.org/drawingml/2006/main">
              <a:ext uri="{FF2B5EF4-FFF2-40B4-BE49-F238E27FC236}">
                <a16:creationId xmlns:a16="http://schemas.microsoft.com/office/drawing/2014/main" id="{C949F29D-27FB-416A-8736-6E79517F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5">
            <a:extLst xmlns:a="http://schemas.openxmlformats.org/drawingml/2006/main">
              <a:ext uri="{FF2B5EF4-FFF2-40B4-BE49-F238E27FC236}">
                <a16:creationId xmlns:a16="http://schemas.microsoft.com/office/drawing/2014/main" id="{D496C89C-3D97-43EE-841B-549A08D6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จุดเริ่มต้น  /  สายสนับสนุน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27FC90D9-EFD6-467D-B98D-88678423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เริ่มจากรอบประเมินและรายการที่ได้รับมอบหมาย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DA262-CF53-44BF-A43E-F5CA224A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ก่อนเปิดงาน ให้ตรวจ 3 อย่างนี้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6C5AC-FA44-47A4-AC88-8ED5A797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7E776-9DA6-4A7E-84A5-72062B75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EE4A9-A624-4AA1-A3A1-1C828947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รอบประเมิน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70D5B-2475-48AD-857C-851373C0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67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ปีและช่วงเวลาถูกต้อง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A496B-199B-43FA-92C3-EE759268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9FE24-73E6-499B-B130-C092C15E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FCAD0-D7A7-4E32-8326-348AD4C2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รายการงาน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0DE88-0FAA-4BD8-AD12-78A00C5E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เป็นงานของคุณและตรงประเภท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2DD1B-9298-4B6C-96DA-6173CD7B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A83FA-8C92-46D2-A853-EC988E1B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7F967-2317-4C9E-8F92-B8A7F6A0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สถานะ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216CB-B371-42E1-8D1F-5850CD9F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00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ยังอยู่ในขั้นที่คุณดำเนินการได้</a:t>
            </a:r>
          </a:p>
        </p:txBody>
      </p:sp>
      <p:sp>
        <p:nvSpPr>
          <p:cNvPr id="17" name="dashboard-preview">
            <a:extLst xmlns:a="http://schemas.openxmlformats.org/drawingml/2006/main">
              <a:ext uri="{FF2B5EF4-FFF2-40B4-BE49-F238E27FC236}">
                <a16:creationId xmlns:a16="http://schemas.microsoft.com/office/drawing/2014/main" id="{BC9452C1-D44B-4824-BF03-87BE412B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3124200" cy="33528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6E665-4CFF-4551-8A5E-DA2232A7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แดชบอร์ดของฉัน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66B3D4-53F8-4B71-BC86-00610ABE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6ED99-9B97-4D7E-8393-F8BE600E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99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สายสนับสนุน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41B0F-C1B5-4984-B775-73E74944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5285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1448A-8172-45EE-9CA7-6027CC53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226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2B648-EA09-40C5-9ECC-EDCFD724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05350"/>
            <a:ext cx="1543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DA3C4-FFE7-4BC2-98DE-30394D74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2917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เปิดรายการ</a:t>
            </a:r>
          </a:p>
        </p:txBody>
      </p:sp>
      <p:sp>
        <p:nvSpPr>
          <p:cNvPr id="25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7BB969B3-9B2E-496D-88B6-970AD314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C1A8DDED-9AEF-4927-8625-50430030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7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17DCA1A8-FBE0-42FA-A0D2-C8925D05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05 / 14</a:t>
            </a:r>
          </a:p>
        </p:txBody>
      </p:sp>
    </p:spTree>
    <p:extLst>
      <p:ext uri="{BB962C8B-B14F-4D97-AF65-F5344CB8AC3E}">
        <p14:creationId xmlns:p14="http://schemas.microsoft.com/office/powerpoint/2010/main" val="1971151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ide-accent-6">
            <a:extLst xmlns:a="http://schemas.openxmlformats.org/drawingml/2006/main">
              <a:ext uri="{FF2B5EF4-FFF2-40B4-BE49-F238E27FC236}">
                <a16:creationId xmlns:a16="http://schemas.microsoft.com/office/drawing/2014/main" id="{781CFC2D-3805-4D03-9E93-AC27BA92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6">
            <a:extLst xmlns:a="http://schemas.openxmlformats.org/drawingml/2006/main">
              <a:ext uri="{FF2B5EF4-FFF2-40B4-BE49-F238E27FC236}">
                <a16:creationId xmlns:a16="http://schemas.microsoft.com/office/drawing/2014/main" id="{B8249E1B-8BEC-4D47-80E4-E416AC82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โครงสร้างข้อมูล  /  สายสนับสนุน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FD06FAAD-0F14-4633-B04E-E567EE5E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โครงการ กิจกรรม ตัวชี้วัด และหลักฐานต้องเชื่อมกัน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5E5CB-7CEE-4983-8ECA-022A182C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ข้อมูลแต่ละส่วนต้องเล่าเรื่องเดียวกัน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EA7D1-9613-4B5E-8C11-90DDE0D3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05200"/>
            <a:ext cx="769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C9B99-E051-4610-8181-77815139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7CEE5-1261-40C5-9BA3-7C0A9589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B6347-9D75-4699-B827-EC6D3C7C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โครงการ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05F79-37A5-4EC9-9384-1AED95EA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บริบทและเป้าหมาย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FE1FE-79AF-4BBF-97F9-97B60DD4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7BFBB-8C38-402C-B555-16D7B84A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51A11-F1CF-400D-ABE4-B3695EF3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กิจกรรม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EC717-233F-4D54-A651-1B97D736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งานที่ดำเนินการ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F3F5E-CB88-4CEE-AC4B-EF70B7A3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A2B87-C1C0-4BAE-82C0-F4B5027C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671B8-D6E4-48AF-BEF8-BCA2708E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ตัวชี้วัด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A7A8B-BA5A-42C7-B92D-C403FD18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เกณฑ์ที่ใช้วัดผล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75BBA-48D0-4B6D-A432-E51850B0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2A377-2FAA-4437-8B30-D4992034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3C78E-D258-45F0-A1E6-8B81D67C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หลักฐาน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6964B5-F90B-4D67-8076-2945BDAB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สิ่งที่ยืนยันผล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F3372-95DC-45DC-A77F-4AAF6D08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ทุกคะแนนต้องย้อนกลับไปอธิบายได้ว่าเกิดจากกิจกรรมใด</a:t>
            </a:r>
          </a:p>
        </p:txBody>
      </p:sp>
      <p:sp>
        <p:nvSpPr>
          <p:cNvPr id="2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C099D72A-63FF-4F30-A539-CBD91C8C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A958BDB0-FA6B-4921-BD99-C7864FF5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D6540C9B-9086-437C-B35B-91F849FE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06 / 14</a:t>
            </a:r>
          </a:p>
        </p:txBody>
      </p:sp>
    </p:spTree>
    <p:extLst>
      <p:ext uri="{BB962C8B-B14F-4D97-AF65-F5344CB8AC3E}">
        <p14:creationId xmlns:p14="http://schemas.microsoft.com/office/powerpoint/2010/main" val="17055977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ide-accent-7">
            <a:extLst xmlns:a="http://schemas.openxmlformats.org/drawingml/2006/main">
              <a:ext uri="{FF2B5EF4-FFF2-40B4-BE49-F238E27FC236}">
                <a16:creationId xmlns:a16="http://schemas.microsoft.com/office/drawing/2014/main" id="{F812AEFC-A110-469F-8EAE-45846C95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7">
            <a:extLst xmlns:a="http://schemas.openxmlformats.org/drawingml/2006/main">
              <a:ext uri="{FF2B5EF4-FFF2-40B4-BE49-F238E27FC236}">
                <a16:creationId xmlns:a16="http://schemas.microsoft.com/office/drawing/2014/main" id="{9CF9BF07-83FF-467D-B58F-71E67825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บันทึกผลกิจกรรม  /  สายสนับสนุน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CEDEF53A-C90A-4956-9713-2ED376C5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กรอกเป้าหมาย ผลที่ทำได้ และรายละเอียดกิจกรรมให้ครบ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0EF85-2BB7-439F-AA97-A07EA188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 3 ส่วนนี้ทำให้คะแนนมีที่มา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9C84D-BFE2-4522-A94A-AD6F31D9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79878-2D31-4A5D-BCF4-E572D6C5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เป้าหมาย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15CE3-5EE4-4271-A0A5-A8087E2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สิ่งที่เกณฑ์คาดหวัง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BA857-1B11-435B-A351-9140B9DA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กำหนดจุดอ้างอิง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D626F-94D7-4B0D-ACD2-D4DD392C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A07BF-0E14-4CD3-B4EF-BCCC1198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ผลที่ทำได้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02606-15BB-4CEC-ADF8-C72A76DE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ค่าหรือระดับผลงานจริง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769A3-2839-4D7A-A6B2-9E221188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6725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ใช้คำนวณคะแนน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DAC80-DC74-428B-98C2-1AC72A0B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94A7E-3B2F-4172-97D6-77F3E9D4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รายละเอียดกิจกรรม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D968D-F66C-4E7B-9D88-ECC50EA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90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อธิบายงานที่เกิดขึ้น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B77E2-726B-4755-8109-DED7F489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6725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เชื่อมกับหลักฐาน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A3535-ABB5-44CC-B259-E66E2B02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หากเกณฑ์อนุญาต คุณสามารถเพิ่มรายการกิจกรรม/โครงการได้</a:t>
            </a:r>
          </a:p>
        </p:txBody>
      </p:sp>
      <p:sp>
        <p:nvSpPr>
          <p:cNvPr id="18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6E59AC62-A9BB-4F0D-9A7A-1053201D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D13A4851-C1DE-487E-812F-58F659BA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10F65937-9D8D-4934-B220-1B53D0A4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07 / 14</a:t>
            </a:r>
          </a:p>
        </p:txBody>
      </p:sp>
    </p:spTree>
    <p:extLst>
      <p:ext uri="{BB962C8B-B14F-4D97-AF65-F5344CB8AC3E}">
        <p14:creationId xmlns:p14="http://schemas.microsoft.com/office/powerpoint/2010/main" val="1743703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accent-8">
            <a:extLst xmlns:a="http://schemas.openxmlformats.org/drawingml/2006/main">
              <a:ext uri="{FF2B5EF4-FFF2-40B4-BE49-F238E27FC236}">
                <a16:creationId xmlns:a16="http://schemas.microsoft.com/office/drawing/2014/main" id="{B9BD4A1D-BE52-4D9C-97B0-7F98A5FF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8">
            <a:extLst xmlns:a="http://schemas.openxmlformats.org/drawingml/2006/main">
              <a:ext uri="{FF2B5EF4-FFF2-40B4-BE49-F238E27FC236}">
                <a16:creationId xmlns:a16="http://schemas.microsoft.com/office/drawing/2014/main" id="{409D19AA-7BC7-4D5F-8D5B-24AC6DFB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สูตรคะแนน  /  สายสนับสนุน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F3202918-12DF-44FC-B12C-F37E602B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คะแนนถ่วงน้ำหนักทำให้ทุกเกณฑ์รวมกันได้อย่างเป็นธรรม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838A3-B69D-492F-A0DA-841BA109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คะแนนถ่วงน้ำหนัก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6932D-3979-491E-B08A-016C9253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337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0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=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DA66A-F41C-4FB0-80B5-1E355D47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2000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น้ำหนัก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6A154-C097-4D78-91CA-ABB5A346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55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37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4A18F-C98F-478E-B7A5-43CDE597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4955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9525">
            <a:solidFill>
              <a:srgbClr val="008C8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คะแนนที่ทำได้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1B926-3A57-4802-97FB-6E54E4F8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5276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FEAC7-B529-4972-96B8-81E1781A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F4593-F062-47F3-8AE7-36EA3917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คะแนนถ่วงน้ำหนัก = น้ำหนัก × คะแนนที่ทำได้ ÷ 100</a:t>
            </a:r>
          </a:p>
        </p:txBody>
      </p:sp>
      <p:sp>
        <p:nvSpPr>
          <p:cNvPr id="12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B6A14730-6F70-4CDA-A89A-DB678F9E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43B52110-C68B-4F98-B93A-64D84BF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1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A7CC241F-78B0-4F3F-B7B2-BA8A2DEF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08 / 14</a:t>
            </a:r>
          </a:p>
        </p:txBody>
      </p:sp>
    </p:spTree>
    <p:extLst>
      <p:ext uri="{BB962C8B-B14F-4D97-AF65-F5344CB8AC3E}">
        <p14:creationId xmlns:p14="http://schemas.microsoft.com/office/powerpoint/2010/main" val="542137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accent-9">
            <a:extLst xmlns:a="http://schemas.openxmlformats.org/drawingml/2006/main">
              <a:ext uri="{FF2B5EF4-FFF2-40B4-BE49-F238E27FC236}">
                <a16:creationId xmlns:a16="http://schemas.microsoft.com/office/drawing/2014/main" id="{0D79F861-91B3-4553-9833-8756ABEB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9">
            <a:extLst xmlns:a="http://schemas.openxmlformats.org/drawingml/2006/main">
              <a:ext uri="{FF2B5EF4-FFF2-40B4-BE49-F238E27FC236}">
                <a16:creationId xmlns:a16="http://schemas.microsoft.com/office/drawing/2014/main" id="{2FAE5512-BAA9-4BFB-B293-DAFB55AD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ตัวอย่างคำนวณ  /  สายสนับสนุน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0F13723B-BBEF-47A6-B03E-09CA858F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ตัวอย่างหนึ่งบรรทัด ช่วยตรวจว่าคะแนนมาจากไหน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0AF34-7D09-45BC-81BA-535BA5D1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1432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D1A23-B9BC-415E-BFE9-2D1B30D0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686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5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55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AA5DE-BC18-4725-8680-7685AD34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น้ำหนัก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8062-C1FB-41D5-9A7C-79984600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31432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8E634-F26F-4E98-B6D2-B7B2D12A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2686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5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55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07C90-E61D-4FA2-8F43-268EA487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052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คะแนนที่ทำได้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CDC51-25CE-47CC-AA1E-3DFB54F0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31432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9525">
            <a:solidFill>
              <a:srgbClr val="008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EB1EC-E575-454E-ACC9-348CA429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686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55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555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9B29F-1BCB-43E7-8248-5675FFD2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คะแนนถ่วงน้ำหนัก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A97E7-5257-44F0-AA3A-ABD63D37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20 × 80 ÷ 100 = 16 คะแนน</a:t>
            </a:r>
          </a:p>
        </p:txBody>
      </p:sp>
      <p:sp>
        <p:nvSpPr>
          <p:cNvPr id="14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BF45B1A3-A038-4145-8508-32328A32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773D67ED-7C85-47F1-9479-1E4FAA01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1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71F4B6A5-DF8B-44D1-9FE9-3B70D2E8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09 / 14</a:t>
            </a:r>
          </a:p>
        </p:txBody>
      </p:sp>
    </p:spTree>
    <p:extLst>
      <p:ext uri="{BB962C8B-B14F-4D97-AF65-F5344CB8AC3E}">
        <p14:creationId xmlns:p14="http://schemas.microsoft.com/office/powerpoint/2010/main" val="10907691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ide-accent-10">
            <a:extLst xmlns:a="http://schemas.openxmlformats.org/drawingml/2006/main">
              <a:ext uri="{FF2B5EF4-FFF2-40B4-BE49-F238E27FC236}">
                <a16:creationId xmlns:a16="http://schemas.microsoft.com/office/drawing/2014/main" id="{D3594D62-4780-4B96-87DB-112BA51D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0">
            <a:extLst xmlns:a="http://schemas.openxmlformats.org/drawingml/2006/main">
              <a:ext uri="{FF2B5EF4-FFF2-40B4-BE49-F238E27FC236}">
                <a16:creationId xmlns:a16="http://schemas.microsoft.com/office/drawing/2014/main" id="{D363CA0C-098B-42C7-9D0E-037B0521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หลักฐาน  /  สายสนับสนุน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7C8ED7F2-7F99-40E8-9377-8E9FD86C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หลักฐานต้องเปิดได้และชี้กลับมาที่กิจกรรม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48D05-2EC1-4D28-B78E-FE072A53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หลักฐานต้องชี้กลับมาที่กิจกรรม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C24BB-C94F-413E-9606-395EBB02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28DB2-A38D-45F7-8DAE-230EE93A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EC036-823B-4D12-ABCC-690A3B98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เปิดได้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226F1-AADF-45D5-8AC3-B55BB0C5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ใช้ลิงก์ http/https ที่เข้าถึงได้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C8433-7A07-4DDD-94F3-8D90386A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0799B-EC10-406C-8603-19AC618E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67DAD-E218-41BA-A35F-4E7FF3FC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95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ตรงรายการ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05E2E-01CD-4EDD-88C9-781E23E1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เห็นความเชื่อมโยงกับกิจกรรมหรือโครงการ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608B6-3026-4557-B6A1-1D99AB1F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D848E-CC1C-45A4-8E82-8A817EFC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9A623-5DB1-433B-BF73-4E616E77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ระบุตัวตนได้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B5559-37D2-4C2A-9013-02C129E4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ตั้งชื่อไฟล์หรือเอกสารให้เข้าใจง่าย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E424CE-1E9B-4828-AC70-99B803B1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24450"/>
            <a:ext cx="3524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9525">
            <a:solidFill>
              <a:srgbClr val="008C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004DA-1D8A-400C-A65F-B8505F8E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1970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รายการที่บังคับหลักฐาน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ต้องมีลิงก์ก่อนส่ง</a:t>
            </a:r>
          </a:p>
        </p:txBody>
      </p:sp>
      <p:sp>
        <p:nvSpPr>
          <p:cNvPr id="19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F21E53A1-8179-4ACE-BC43-E3D268FF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9F2E496E-19A7-4849-BFB9-8AF326BF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1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5BCBF590-85AB-426F-86F0-A7FE6846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13868797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accent-11">
            <a:extLst xmlns:a="http://schemas.openxmlformats.org/drawingml/2006/main">
              <a:ext uri="{FF2B5EF4-FFF2-40B4-BE49-F238E27FC236}">
                <a16:creationId xmlns:a16="http://schemas.microsoft.com/office/drawing/2014/main" id="{95555EB9-9659-45B8-B3B1-7477525E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1">
            <a:extLst xmlns:a="http://schemas.openxmlformats.org/drawingml/2006/main">
              <a:ext uri="{FF2B5EF4-FFF2-40B4-BE49-F238E27FC236}">
                <a16:creationId xmlns:a16="http://schemas.microsoft.com/office/drawing/2014/main" id="{92449349-63AC-4251-8437-944752FD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ก่อนกดปุ่ม  /  สายสนับสนุน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467C2A4E-B0B7-45F3-9397-FB53DA13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บันทึกร่างยังแก้ได้ แต่การส่งต้องผ่านข้อมูลบังคับและหลักฐาน</a:t>
            </a:r>
          </a:p>
        </p:txBody>
      </p:sp>
      <p:sp>
        <p:nvSpPr>
          <p:cNvPr id="4" name="draft-panel">
            <a:extLst xmlns:a="http://schemas.openxmlformats.org/drawingml/2006/main">
              <a:ext uri="{FF2B5EF4-FFF2-40B4-BE49-F238E27FC236}">
                <a16:creationId xmlns:a16="http://schemas.microsoft.com/office/drawing/2014/main" id="{2B97CD12-2282-4BFF-8FCF-C2ACBFAE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9530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CA93F-B42A-4A43-8203-BF36733F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บันทึกร่าง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F5E0E-3B5F-494E-AE44-8A336E32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4038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กลับมาแก้ไขได้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เหมาะเมื่อข้อมูลยังไม่ครบ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งานยังไม่ส่งให้ผู้ตรวจขั้นถัดไป</a:t>
            </a:r>
          </a:p>
        </p:txBody>
      </p:sp>
      <p:sp>
        <p:nvSpPr>
          <p:cNvPr id="7" name="submit-panel">
            <a:extLst xmlns:a="http://schemas.openxmlformats.org/drawingml/2006/main">
              <a:ext uri="{FF2B5EF4-FFF2-40B4-BE49-F238E27FC236}">
                <a16:creationId xmlns:a16="http://schemas.microsoft.com/office/drawing/2014/main" id="{08A557C0-21AA-4726-A09E-FCB203A0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43150"/>
            <a:ext cx="55626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ADB32-2FBE-4F47-B0D7-849B5BCF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ยืนยันส่งประเมิน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58C72-5FC0-4641-B853-47A2D2BF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4686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ระบบตรวจข้อมูลบังคับและหลักฐาน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งานเข้าสู่ลำดับผู้ประเมิน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ตรวจอีกครั้งก่อนยืนยัน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E4A58-9128-413F-8D53-E2E793A0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ถามตัวเองก่อนกดส่ง: “ผู้ประเมินเห็นข้อมูลครบหรือยัง?”</a:t>
            </a:r>
          </a:p>
        </p:txBody>
      </p:sp>
      <p:sp>
        <p:nvSpPr>
          <p:cNvPr id="11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10DFC480-A768-4506-8E96-D932394A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BA04E308-FB29-4BFF-9753-32341676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13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BC117884-C25D-4BC6-98E6-987B898E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8266361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ide-accent-12">
            <a:extLst xmlns:a="http://schemas.openxmlformats.org/drawingml/2006/main">
              <a:ext uri="{FF2B5EF4-FFF2-40B4-BE49-F238E27FC236}">
                <a16:creationId xmlns:a16="http://schemas.microsoft.com/office/drawing/2014/main" id="{5B729489-79D9-4DBA-ABCB-C6B771E5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2">
            <a:extLst xmlns:a="http://schemas.openxmlformats.org/drawingml/2006/main">
              <a:ext uri="{FF2B5EF4-FFF2-40B4-BE49-F238E27FC236}">
                <a16:creationId xmlns:a16="http://schemas.microsoft.com/office/drawing/2014/main" id="{0F354174-2D3C-4739-AA90-DA9AFCC3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หลังจากส่ง  /  สายสนับสนุน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7666EED0-0D4C-44B2-AE12-6987E0A4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ผู้ประเมินตรวจตามลำดับ และผู้ตรวจลำดับสุดท้ายปิดงาน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260CC-15FB-411F-92C9-9021D742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86150"/>
            <a:ext cx="880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F4171-F525-4350-B3B0-694DBE55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364BE-C27B-49EB-BA3D-007053B4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92789-5040-466A-AEAF-96C6C8B4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18E30-C3F5-408F-8477-863E28DC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ข้อมูลและหลักฐาน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5AC1C-5767-4A8E-B946-39DC4202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DB79B-D427-4C5D-86CD-A72727DE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21704-5261-4DE5-94AB-A18FA9A6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ให้ผล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7A7D4-1A63-4250-BF84-6FC95B22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คะแนนหรือความเห็น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02F81-AE3E-49DA-8951-9D1FEF32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40467-E3AA-4B2F-AB14-17A6D212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49AAD-13BE-45B1-8CF8-83FF6A0A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ส่งต่อ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FC5C7-81DF-4F38-AC41-0BA81918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ไปยังผู้ตรวจลำดับถัดไป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9A552-1EFF-491E-B81A-639BA662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BC386-1053-47EE-B56C-1A76D54F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6C9AC-92CA-4BA0-A4EE-37FFCE73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ปิดงาน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47823-5D89-4110-A9B9-6A99516F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เมื่อเป็นผู้ตรวจคนสุดท้าย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3418A3-F256-4763-95F1-9F890857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จำนวนและบทบาทของผู้ตรวจอาจต่างกันในแต่ละงาน</a:t>
            </a:r>
          </a:p>
        </p:txBody>
      </p:sp>
      <p:sp>
        <p:nvSpPr>
          <p:cNvPr id="22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734043D3-7D75-4951-A518-F39B5BE0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30E89131-E2FA-4B85-8763-E700AEFE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4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6B90997B-B0F9-4260-8639-22A3A0A9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3080414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ide-accent-13">
            <a:extLst xmlns:a="http://schemas.openxmlformats.org/drawingml/2006/main">
              <a:ext uri="{FF2B5EF4-FFF2-40B4-BE49-F238E27FC236}">
                <a16:creationId xmlns:a16="http://schemas.microsoft.com/office/drawing/2014/main" id="{01836D6A-4552-40E7-ACD9-57FFC897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3">
            <a:extLst xmlns:a="http://schemas.openxmlformats.org/drawingml/2006/main">
              <a:ext uri="{FF2B5EF4-FFF2-40B4-BE49-F238E27FC236}">
                <a16:creationId xmlns:a16="http://schemas.microsoft.com/office/drawing/2014/main" id="{D465B013-4831-4DF1-8932-391F0D21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ภารกิจฝึกปฏิบัติ  /  สายสนับสนุน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BEDA9B24-87C8-490D-A33C-F75E5357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ภารกิจทดลอง: กรอกกิจกรรม คำนวณคะแนน และแนบหลักฐาน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A6AA6-9F74-42EC-BDA7-1D79813F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ทำตามลำดับ แล้วเรียกวิทยากรตรวจเมื่อครบ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835F7-5D76-4CA7-AFB5-9D5064E5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41C8C-A417-44EC-AB3C-4ADBB114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AB609-5AB3-48E1-B58C-AF6D8FF5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051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เลือกกิจกรรมที่กำหนด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DBB61-C816-4B8F-A3B4-6894AC9B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C5B31-53F3-4CF9-8DB6-63FD4C43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4AB49-88CF-4864-9121-2833E5D6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กรอกเป้าหมายและผล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F5268-083A-434E-9A5D-474044F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93224-04C2-456F-83C1-2B806706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E7759-A2FC-4B64-B59C-7327BA33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052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ตรวจคะแนนถ่วงน้ำหนัก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6275A-EAC8-4526-8E7B-442B831A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E3CB2-E2C3-4308-836B-032B8465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00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57E39-7ACC-4D2C-ABD5-8A05A0D8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052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แนบหลักฐานและบันทึกร่าง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DA8F8-97B0-4D3A-8E46-2E4296D7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BC440-FBCB-41BD-8CE3-911528FC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ผ่านเมื่อ: ข้อมูลครบ • หลักฐานเปิดได้ • พร้อมอธิบายที่มาของคะแนน</a:t>
            </a:r>
          </a:p>
        </p:txBody>
      </p:sp>
      <p:sp>
        <p:nvSpPr>
          <p:cNvPr id="19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41190187-1054-4398-8537-00219314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059309FA-CB78-42B5-A8EC-16FCDA2E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1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6D68DB1C-97C2-4F08-BEA9-F209D767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5152421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ide-accent-14">
            <a:extLst xmlns:a="http://schemas.openxmlformats.org/drawingml/2006/main">
              <a:ext uri="{FF2B5EF4-FFF2-40B4-BE49-F238E27FC236}">
                <a16:creationId xmlns:a16="http://schemas.microsoft.com/office/drawing/2014/main" id="{4AC69A64-7990-40B0-90A9-161FA3FF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4">
            <a:extLst xmlns:a="http://schemas.openxmlformats.org/drawingml/2006/main">
              <a:ext uri="{FF2B5EF4-FFF2-40B4-BE49-F238E27FC236}">
                <a16:creationId xmlns:a16="http://schemas.microsoft.com/office/drawing/2014/main" id="{12375750-EBB0-492C-94A8-37F4CC35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แก้ปัญหาเบื้องต้น  /  สายสนับสนุน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C99B7CE6-4A3D-40B2-AAA9-8DEDE510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หากติดขัด ให้ตรวจสถานะ สิทธิ์ ข้อมูลบังคับ และลิงก์หลักฐาน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F0EBC-F9B5-4F0A-811E-0EDED9EC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D14CB-EF4B-446B-A4B0-671B99C2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764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งานไม่ปรากฏ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233FF-E35E-43B7-9C54-94897A92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ตรวจรอบประเมิน บทบาท และงานที่ได้รับมอบหมาย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9949D-A750-4019-99AE-126C3D62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8C86A-3479-4784-8598-C39A4D76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DFFAC-7AFE-4BAA-87C0-22A494D8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ปุ่มใช้งานไม่ได้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E6730-A384-4658-9F4B-51566372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ตรวจสถานะปัจจุบันและสิทธิ์ของบทบาท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7CC20-A614-4562-85B0-DD71258E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814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97E5F-329B-4BFA-BAC4-B6BD56E8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2B344-49AA-44F6-9CEE-9C726C6E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290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บันทึกหรือส่งไม่ได้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4BA0C-B4E0-4542-86F5-6C3492B9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671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ตรวจข้อมูลบังคับ คะแนน และลิงก์หลักฐาน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1CC22-6E78-40CB-9939-2BB0403B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577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F4F29-E5BF-41FD-8C26-4C53113D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D5279-46DC-4DB1-9984-2C8E58DF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053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ยังแก้ไม่ได้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0985B-6256-4BD2-A53D-505AF57A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43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จดชื่อรายการและสถานะ แล้วติดต่อผู้ดูแลระบบ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164E5-7B37-47D8-B19A-D95C4289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23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1B1AF-EAB7-4649-A910-96ABC4AE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3882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คู่มือผู้ใช้ • ผู้ดูแลระบบของหน่วยงาน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12cd533144c7b"/>
          <a:stretch xmlns:a="http://schemas.openxmlformats.org/drawingml/2006/main"/>
        </p:blipFill>
        <p:spPr>
          <a:xfrm xmlns:a="http://schemas.openxmlformats.org/drawingml/2006/main">
            <a:off x="9018037" y="5638800"/>
            <a:ext cx="2309327" cy="628650"/>
          </a:xfrm>
          <a:prstGeom xmlns:a="http://schemas.openxmlformats.org/drawingml/2006/main" prst="rect">
            <a:avLst/>
          </a:prstGeom>
        </p:spPr>
      </p:pic>
      <p:sp>
        <p:nvSpPr>
          <p:cNvPr id="22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C2819E99-F40B-41F7-8AB4-F26AB5F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628C5B1D-0FD0-41B2-8322-D69ED07B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4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41A7A295-2A19-4B95-875C-47EDC041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325488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2026-07-24T09:20:11.5790000Z</dcterms:created>
  <dcterms:modified xsi:type="dcterms:W3CDTF">2026-07-24T09:20:11.5790000Z</dcterms:modified>
</coreProperties>
</file>